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1"/>
    <p:sldMasterId id="2147483690"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9144000" cy="5143500" type="screen16x9"/>
  <p:notesSz cx="6858000" cy="9144000"/>
  <p:embeddedFontLst>
    <p:embeddedFont>
      <p:font typeface="DM Sans" panose="020F0502020204030204" pitchFamily="2" charset="0"/>
      <p:regular r:id="rId24"/>
      <p:bold r:id="rId25"/>
      <p:italic r:id="rId26"/>
      <p:boldItalic r:id="rId27"/>
    </p:embeddedFont>
    <p:embeddedFont>
      <p:font typeface="DM Sans Medium" panose="020F0502020204030204" pitchFamily="2" charset="0"/>
      <p:regular r:id="rId28"/>
      <p:bold r:id="rId29"/>
      <p:italic r:id="rId30"/>
      <p:boldItalic r:id="rId31"/>
    </p:embeddedFont>
    <p:embeddedFont>
      <p:font typeface="Merriweather" panose="020F0502020204030204" pitchFamily="2" charset="0"/>
      <p:regular r:id="rId32"/>
      <p:bold r:id="rId33"/>
      <p:italic r:id="rId34"/>
      <p:boldItalic r:id="rId35"/>
    </p:embeddedFont>
    <p:embeddedFont>
      <p:font typeface="Roboto Mono" panose="020F0502020204030204" pitchFamily="49"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7" d="100"/>
          <a:sy n="107" d="100"/>
        </p:scale>
        <p:origin x="762" y="1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9.xml"/><Relationship Id="rId34" Type="http://schemas.openxmlformats.org/officeDocument/2006/relationships/font" Target="fonts/font11.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974fc1caf3_0_7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974fc1caf3_0_7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974fc1caf3_0_12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974fc1caf3_0_1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974fc1caf3_0_12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974fc1caf3_0_1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974fc1caf3_0_12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974fc1caf3_0_1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e6978c0658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3e6978c0658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e05bfca282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e05bfca282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3974fc1caf3_0_1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3974fc1caf3_0_1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d6dcfe7ca9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d6dcfe7ca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d6dcfe7ca9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3d6dcfe7ca9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d6dcfe7ca9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d6dcfe7ca9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d6dcfe7ca9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d6dcfe7ca9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d6dcfe7ca9_0_1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d6dcfe7ca9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d6dcfe7ca9_0_2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3d6dcfe7ca9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974fc1caf3_0_8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974fc1caf3_0_8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d76cf72b76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3d76cf72b76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d76cf72b76_1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d76cf72b76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d76cf72b76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3d76cf72b76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d76cf72b76_1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d76cf72b76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d76cf72b76_1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3d76cf72b76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974fc1caf3_0_9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3974fc1caf3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_4">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TITLE_AND_BODY_1_1">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_1">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_1">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_1">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_1">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0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SzPts val="1000"/>
              <a:buChar char="●"/>
              <a:defRPr/>
            </a:lvl1pPr>
            <a:lvl2pPr marL="914400" lvl="1" indent="-279400" algn="ctr">
              <a:spcBef>
                <a:spcPts val="0"/>
              </a:spcBef>
              <a:spcAft>
                <a:spcPts val="0"/>
              </a:spcAft>
              <a:buSzPts val="800"/>
              <a:buChar char="○"/>
              <a:defRPr/>
            </a:lvl2pPr>
            <a:lvl3pPr marL="1371600" lvl="2" indent="-292100" algn="ctr">
              <a:spcBef>
                <a:spcPts val="0"/>
              </a:spcBef>
              <a:spcAft>
                <a:spcPts val="0"/>
              </a:spcAft>
              <a:buSzPts val="1000"/>
              <a:buChar char="■"/>
              <a:defRPr/>
            </a:lvl3pPr>
            <a:lvl4pPr marL="1828800" lvl="3" indent="-292100" algn="ctr">
              <a:spcBef>
                <a:spcPts val="0"/>
              </a:spcBef>
              <a:spcAft>
                <a:spcPts val="0"/>
              </a:spcAft>
              <a:buSzPts val="1000"/>
              <a:buChar char="●"/>
              <a:defRPr/>
            </a:lvl4pPr>
            <a:lvl5pPr marL="2286000" lvl="4" indent="-292100" algn="ctr">
              <a:spcBef>
                <a:spcPts val="0"/>
              </a:spcBef>
              <a:spcAft>
                <a:spcPts val="0"/>
              </a:spcAft>
              <a:buSzPts val="1000"/>
              <a:buChar char="○"/>
              <a:defRPr/>
            </a:lvl5pPr>
            <a:lvl6pPr marL="2743200" lvl="5" indent="-292100" algn="ctr">
              <a:spcBef>
                <a:spcPts val="0"/>
              </a:spcBef>
              <a:spcAft>
                <a:spcPts val="0"/>
              </a:spcAft>
              <a:buSzPts val="1000"/>
              <a:buChar char="■"/>
              <a:defRPr/>
            </a:lvl6pPr>
            <a:lvl7pPr marL="3200400" lvl="6" indent="-292100" algn="ctr">
              <a:spcBef>
                <a:spcPts val="0"/>
              </a:spcBef>
              <a:spcAft>
                <a:spcPts val="0"/>
              </a:spcAft>
              <a:buSzPts val="1000"/>
              <a:buChar char="●"/>
              <a:defRPr/>
            </a:lvl7pPr>
            <a:lvl8pPr marL="3657600" lvl="7" indent="-292100" algn="ctr">
              <a:spcBef>
                <a:spcPts val="0"/>
              </a:spcBef>
              <a:spcAft>
                <a:spcPts val="0"/>
              </a:spcAft>
              <a:buSzPts val="1000"/>
              <a:buChar char="○"/>
              <a:defRPr/>
            </a:lvl8pPr>
            <a:lvl9pPr marL="4114800" lvl="8" indent="-292100" algn="ctr">
              <a:spcBef>
                <a:spcPts val="0"/>
              </a:spcBef>
              <a:spcAft>
                <a:spcPts val="0"/>
              </a:spcAft>
              <a:buSzPts val="10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95"/>
        <p:cNvGrpSpPr/>
        <p:nvPr/>
      </p:nvGrpSpPr>
      <p:grpSpPr>
        <a:xfrm>
          <a:off x="0" y="0"/>
          <a:ext cx="0" cy="0"/>
          <a:chOff x="0" y="0"/>
          <a:chExt cx="0" cy="0"/>
        </a:xfrm>
      </p:grpSpPr>
      <p:sp>
        <p:nvSpPr>
          <p:cNvPr id="96" name="Google Shape;96;p25"/>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97" name="Google Shape;97;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98" name="Google Shape;98;p25"/>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9" name="Google Shape;99;p25"/>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00" name="Google Shape;100;p25"/>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01" name="Google Shape;101;p25"/>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02" name="Google Shape;102;p25"/>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03" name="Google Shape;103;p25"/>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04"/>
        <p:cNvGrpSpPr/>
        <p:nvPr/>
      </p:nvGrpSpPr>
      <p:grpSpPr>
        <a:xfrm>
          <a:off x="0" y="0"/>
          <a:ext cx="0" cy="0"/>
          <a:chOff x="0" y="0"/>
          <a:chExt cx="0" cy="0"/>
        </a:xfrm>
      </p:grpSpPr>
      <p:sp>
        <p:nvSpPr>
          <p:cNvPr id="105" name="Google Shape;105;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06" name="Google Shape;106;p26"/>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07" name="Google Shape;107;p26"/>
          <p:cNvSpPr>
            <a:spLocks noGrp="1"/>
          </p:cNvSpPr>
          <p:nvPr>
            <p:ph type="pic" idx="2"/>
          </p:nvPr>
        </p:nvSpPr>
        <p:spPr>
          <a:xfrm>
            <a:off x="4992024" y="1152775"/>
            <a:ext cx="3840300" cy="3416400"/>
          </a:xfrm>
          <a:prstGeom prst="rect">
            <a:avLst/>
          </a:prstGeom>
          <a:noFill/>
          <a:ln>
            <a:noFill/>
          </a:ln>
        </p:spPr>
      </p:sp>
      <p:sp>
        <p:nvSpPr>
          <p:cNvPr id="108" name="Google Shape;108;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big ideas">
  <p:cSld name="CUSTOM_1">
    <p:spTree>
      <p:nvGrpSpPr>
        <p:cNvPr id="1" name="Shape 109"/>
        <p:cNvGrpSpPr/>
        <p:nvPr/>
      </p:nvGrpSpPr>
      <p:grpSpPr>
        <a:xfrm>
          <a:off x="0" y="0"/>
          <a:ext cx="0" cy="0"/>
          <a:chOff x="0" y="0"/>
          <a:chExt cx="0" cy="0"/>
        </a:xfrm>
      </p:grpSpPr>
      <p:sp>
        <p:nvSpPr>
          <p:cNvPr id="110" name="Google Shape;110;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1" name="Google Shape;111;p2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12" name="Google Shape;112;p27"/>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13" name="Google Shape;113;p27"/>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14" name="Google Shape;114;p27"/>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15" name="Google Shape;115;p27"/>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116"/>
        <p:cNvGrpSpPr/>
        <p:nvPr/>
      </p:nvGrpSpPr>
      <p:grpSpPr>
        <a:xfrm>
          <a:off x="0" y="0"/>
          <a:ext cx="0" cy="0"/>
          <a:chOff x="0" y="0"/>
          <a:chExt cx="0" cy="0"/>
        </a:xfrm>
      </p:grpSpPr>
      <p:sp>
        <p:nvSpPr>
          <p:cNvPr id="117" name="Google Shape;117;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8" name="Google Shape;118;p28"/>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19" name="Google Shape;119;p28"/>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20" name="Google Shape;120;p28"/>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21" name="Google Shape;121;p2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22" name="Google Shape;122;p28"/>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23" name="Google Shape;123;p28"/>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24" name="Google Shape;124;p28"/>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125"/>
        <p:cNvGrpSpPr/>
        <p:nvPr/>
      </p:nvGrpSpPr>
      <p:grpSpPr>
        <a:xfrm>
          <a:off x="0" y="0"/>
          <a:ext cx="0" cy="0"/>
          <a:chOff x="0" y="0"/>
          <a:chExt cx="0" cy="0"/>
        </a:xfrm>
      </p:grpSpPr>
      <p:sp>
        <p:nvSpPr>
          <p:cNvPr id="126" name="Google Shape;126;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7" name="Google Shape;127;p29"/>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28" name="Google Shape;128;p29"/>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29" name="Google Shape;129;p29"/>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30" name="Google Shape;130;p29"/>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79400">
              <a:spcBef>
                <a:spcPts val="0"/>
              </a:spcBef>
              <a:spcAft>
                <a:spcPts val="0"/>
              </a:spcAft>
              <a:buSzPts val="8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131" name="Google Shape;131;p29"/>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32" name="Google Shape;132;p29"/>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33" name="Google Shape;133;p29"/>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34" name="Google Shape;134;p29"/>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135" name="Google Shape;135;p29"/>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136"/>
        <p:cNvGrpSpPr/>
        <p:nvPr/>
      </p:nvGrpSpPr>
      <p:grpSpPr>
        <a:xfrm>
          <a:off x="0" y="0"/>
          <a:ext cx="0" cy="0"/>
          <a:chOff x="0" y="0"/>
          <a:chExt cx="0" cy="0"/>
        </a:xfrm>
      </p:grpSpPr>
      <p:sp>
        <p:nvSpPr>
          <p:cNvPr id="137" name="Google Shape;137;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38" name="Google Shape;138;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9" name="Google Shape;139;p30"/>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140"/>
        <p:cNvGrpSpPr/>
        <p:nvPr/>
      </p:nvGrpSpPr>
      <p:grpSpPr>
        <a:xfrm>
          <a:off x="0" y="0"/>
          <a:ext cx="0" cy="0"/>
          <a:chOff x="0" y="0"/>
          <a:chExt cx="0" cy="0"/>
        </a:xfrm>
      </p:grpSpPr>
      <p:sp>
        <p:nvSpPr>
          <p:cNvPr id="141" name="Google Shape;141;p31"/>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2" name="Google Shape;142;p31"/>
          <p:cNvSpPr>
            <a:spLocks noGrp="1"/>
          </p:cNvSpPr>
          <p:nvPr>
            <p:ph type="pic" idx="2"/>
          </p:nvPr>
        </p:nvSpPr>
        <p:spPr>
          <a:xfrm>
            <a:off x="4804825" y="1133300"/>
            <a:ext cx="4027500" cy="2392800"/>
          </a:xfrm>
          <a:prstGeom prst="rect">
            <a:avLst/>
          </a:prstGeom>
          <a:noFill/>
          <a:ln>
            <a:noFill/>
          </a:ln>
        </p:spPr>
      </p:sp>
      <p:sp>
        <p:nvSpPr>
          <p:cNvPr id="143" name="Google Shape;143;p31"/>
          <p:cNvSpPr>
            <a:spLocks noGrp="1"/>
          </p:cNvSpPr>
          <p:nvPr>
            <p:ph type="pic" idx="3"/>
          </p:nvPr>
        </p:nvSpPr>
        <p:spPr>
          <a:xfrm>
            <a:off x="311725" y="1133300"/>
            <a:ext cx="4027500" cy="2392800"/>
          </a:xfrm>
          <a:prstGeom prst="rect">
            <a:avLst/>
          </a:prstGeom>
          <a:noFill/>
          <a:ln>
            <a:noFill/>
          </a:ln>
        </p:spPr>
      </p:sp>
      <p:sp>
        <p:nvSpPr>
          <p:cNvPr id="144" name="Google Shape;144;p3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5" name="Google Shape;145;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47" name="Google Shape;147;p3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148" name="Google Shape;148;p3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49"/>
        <p:cNvGrpSpPr/>
        <p:nvPr/>
      </p:nvGrpSpPr>
      <p:grpSpPr>
        <a:xfrm>
          <a:off x="0" y="0"/>
          <a:ext cx="0" cy="0"/>
          <a:chOff x="0" y="0"/>
          <a:chExt cx="0" cy="0"/>
        </a:xfrm>
      </p:grpSpPr>
      <p:sp>
        <p:nvSpPr>
          <p:cNvPr id="150" name="Google Shape;150;p32"/>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1" name="Google Shape;151;p32"/>
          <p:cNvSpPr>
            <a:spLocks noGrp="1"/>
          </p:cNvSpPr>
          <p:nvPr>
            <p:ph type="pic" idx="2"/>
          </p:nvPr>
        </p:nvSpPr>
        <p:spPr>
          <a:xfrm>
            <a:off x="6205225" y="1128325"/>
            <a:ext cx="2627100" cy="2273100"/>
          </a:xfrm>
          <a:prstGeom prst="rect">
            <a:avLst/>
          </a:prstGeom>
          <a:noFill/>
          <a:ln>
            <a:noFill/>
          </a:ln>
        </p:spPr>
      </p:sp>
      <p:sp>
        <p:nvSpPr>
          <p:cNvPr id="152" name="Google Shape;152;p32"/>
          <p:cNvSpPr>
            <a:spLocks noGrp="1"/>
          </p:cNvSpPr>
          <p:nvPr>
            <p:ph type="pic" idx="3"/>
          </p:nvPr>
        </p:nvSpPr>
        <p:spPr>
          <a:xfrm>
            <a:off x="311725" y="1128325"/>
            <a:ext cx="2627100" cy="2273100"/>
          </a:xfrm>
          <a:prstGeom prst="rect">
            <a:avLst/>
          </a:prstGeom>
          <a:noFill/>
          <a:ln>
            <a:noFill/>
          </a:ln>
        </p:spPr>
      </p:sp>
      <p:sp>
        <p:nvSpPr>
          <p:cNvPr id="153" name="Google Shape;153;p3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4" name="Google Shape;154;p32"/>
          <p:cNvSpPr>
            <a:spLocks noGrp="1"/>
          </p:cNvSpPr>
          <p:nvPr>
            <p:ph type="pic" idx="5"/>
          </p:nvPr>
        </p:nvSpPr>
        <p:spPr>
          <a:xfrm>
            <a:off x="3255250" y="1128325"/>
            <a:ext cx="2627100" cy="2273100"/>
          </a:xfrm>
          <a:prstGeom prst="rect">
            <a:avLst/>
          </a:prstGeom>
          <a:noFill/>
          <a:ln>
            <a:noFill/>
          </a:ln>
        </p:spPr>
      </p:sp>
      <p:sp>
        <p:nvSpPr>
          <p:cNvPr id="155" name="Google Shape;155;p3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6" name="Google Shape;15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57" name="Google Shape;157;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58" name="Google Shape;158;p3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159" name="Google Shape;159;p3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160" name="Google Shape;160;p3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61"/>
        <p:cNvGrpSpPr/>
        <p:nvPr/>
      </p:nvGrpSpPr>
      <p:grpSpPr>
        <a:xfrm>
          <a:off x="0" y="0"/>
          <a:ext cx="0" cy="0"/>
          <a:chOff x="0" y="0"/>
          <a:chExt cx="0" cy="0"/>
        </a:xfrm>
      </p:grpSpPr>
      <p:sp>
        <p:nvSpPr>
          <p:cNvPr id="162" name="Google Shape;162;p33"/>
          <p:cNvSpPr>
            <a:spLocks noGrp="1"/>
          </p:cNvSpPr>
          <p:nvPr>
            <p:ph type="pic" idx="2"/>
          </p:nvPr>
        </p:nvSpPr>
        <p:spPr>
          <a:xfrm>
            <a:off x="311700" y="445025"/>
            <a:ext cx="8520600" cy="4218300"/>
          </a:xfrm>
          <a:prstGeom prst="rect">
            <a:avLst/>
          </a:prstGeom>
          <a:noFill/>
          <a:ln>
            <a:noFill/>
          </a:ln>
        </p:spPr>
      </p:sp>
      <p:sp>
        <p:nvSpPr>
          <p:cNvPr id="163" name="Google Shape;163;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164"/>
        <p:cNvGrpSpPr/>
        <p:nvPr/>
      </p:nvGrpSpPr>
      <p:grpSpPr>
        <a:xfrm>
          <a:off x="0" y="0"/>
          <a:ext cx="0" cy="0"/>
          <a:chOff x="0" y="0"/>
          <a:chExt cx="0" cy="0"/>
        </a:xfrm>
      </p:grpSpPr>
      <p:sp>
        <p:nvSpPr>
          <p:cNvPr id="165" name="Google Shape;165;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6" name="Google Shape;166;p34"/>
          <p:cNvSpPr>
            <a:spLocks noGrp="1"/>
          </p:cNvSpPr>
          <p:nvPr>
            <p:ph type="pic" idx="2"/>
          </p:nvPr>
        </p:nvSpPr>
        <p:spPr>
          <a:xfrm>
            <a:off x="3389600" y="118913"/>
            <a:ext cx="1643700" cy="1535100"/>
          </a:xfrm>
          <a:prstGeom prst="rect">
            <a:avLst/>
          </a:prstGeom>
          <a:noFill/>
          <a:ln>
            <a:noFill/>
          </a:ln>
        </p:spPr>
      </p:sp>
      <p:sp>
        <p:nvSpPr>
          <p:cNvPr id="167" name="Google Shape;167;p34"/>
          <p:cNvSpPr>
            <a:spLocks noGrp="1"/>
          </p:cNvSpPr>
          <p:nvPr>
            <p:ph type="pic" idx="3"/>
          </p:nvPr>
        </p:nvSpPr>
        <p:spPr>
          <a:xfrm>
            <a:off x="5195935" y="118913"/>
            <a:ext cx="1643700" cy="1535100"/>
          </a:xfrm>
          <a:prstGeom prst="rect">
            <a:avLst/>
          </a:prstGeom>
          <a:noFill/>
          <a:ln>
            <a:noFill/>
          </a:ln>
        </p:spPr>
      </p:sp>
      <p:sp>
        <p:nvSpPr>
          <p:cNvPr id="168" name="Google Shape;168;p34"/>
          <p:cNvSpPr>
            <a:spLocks noGrp="1"/>
          </p:cNvSpPr>
          <p:nvPr>
            <p:ph type="pic" idx="4"/>
          </p:nvPr>
        </p:nvSpPr>
        <p:spPr>
          <a:xfrm>
            <a:off x="7002270" y="118913"/>
            <a:ext cx="1643700" cy="1535100"/>
          </a:xfrm>
          <a:prstGeom prst="rect">
            <a:avLst/>
          </a:prstGeom>
          <a:noFill/>
          <a:ln>
            <a:noFill/>
          </a:ln>
        </p:spPr>
      </p:sp>
      <p:sp>
        <p:nvSpPr>
          <p:cNvPr id="169" name="Google Shape;169;p34"/>
          <p:cNvSpPr>
            <a:spLocks noGrp="1"/>
          </p:cNvSpPr>
          <p:nvPr>
            <p:ph type="pic" idx="5"/>
          </p:nvPr>
        </p:nvSpPr>
        <p:spPr>
          <a:xfrm>
            <a:off x="3389588" y="1804212"/>
            <a:ext cx="1643700" cy="1535100"/>
          </a:xfrm>
          <a:prstGeom prst="rect">
            <a:avLst/>
          </a:prstGeom>
          <a:noFill/>
          <a:ln>
            <a:noFill/>
          </a:ln>
        </p:spPr>
      </p:sp>
      <p:sp>
        <p:nvSpPr>
          <p:cNvPr id="170" name="Google Shape;170;p34"/>
          <p:cNvSpPr>
            <a:spLocks noGrp="1"/>
          </p:cNvSpPr>
          <p:nvPr>
            <p:ph type="pic" idx="6"/>
          </p:nvPr>
        </p:nvSpPr>
        <p:spPr>
          <a:xfrm>
            <a:off x="5195922" y="1804212"/>
            <a:ext cx="1643700" cy="1535100"/>
          </a:xfrm>
          <a:prstGeom prst="rect">
            <a:avLst/>
          </a:prstGeom>
          <a:noFill/>
          <a:ln>
            <a:noFill/>
          </a:ln>
        </p:spPr>
      </p:sp>
      <p:sp>
        <p:nvSpPr>
          <p:cNvPr id="171" name="Google Shape;171;p34"/>
          <p:cNvSpPr>
            <a:spLocks noGrp="1"/>
          </p:cNvSpPr>
          <p:nvPr>
            <p:ph type="pic" idx="7"/>
          </p:nvPr>
        </p:nvSpPr>
        <p:spPr>
          <a:xfrm>
            <a:off x="7002257" y="1804212"/>
            <a:ext cx="1643700" cy="1535100"/>
          </a:xfrm>
          <a:prstGeom prst="rect">
            <a:avLst/>
          </a:prstGeom>
          <a:noFill/>
          <a:ln>
            <a:noFill/>
          </a:ln>
        </p:spPr>
      </p:sp>
      <p:sp>
        <p:nvSpPr>
          <p:cNvPr id="172" name="Google Shape;172;p3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173" name="Google Shape;173;p34"/>
          <p:cNvSpPr>
            <a:spLocks noGrp="1"/>
          </p:cNvSpPr>
          <p:nvPr>
            <p:ph type="pic" idx="8"/>
          </p:nvPr>
        </p:nvSpPr>
        <p:spPr>
          <a:xfrm>
            <a:off x="3389588" y="3489487"/>
            <a:ext cx="1643700" cy="1535100"/>
          </a:xfrm>
          <a:prstGeom prst="rect">
            <a:avLst/>
          </a:prstGeom>
          <a:noFill/>
          <a:ln>
            <a:noFill/>
          </a:ln>
        </p:spPr>
      </p:sp>
      <p:sp>
        <p:nvSpPr>
          <p:cNvPr id="174" name="Google Shape;174;p34"/>
          <p:cNvSpPr>
            <a:spLocks noGrp="1"/>
          </p:cNvSpPr>
          <p:nvPr>
            <p:ph type="pic" idx="9"/>
          </p:nvPr>
        </p:nvSpPr>
        <p:spPr>
          <a:xfrm>
            <a:off x="5195922" y="3489487"/>
            <a:ext cx="1643700" cy="1535100"/>
          </a:xfrm>
          <a:prstGeom prst="rect">
            <a:avLst/>
          </a:prstGeom>
          <a:noFill/>
          <a:ln>
            <a:noFill/>
          </a:ln>
        </p:spPr>
      </p:sp>
      <p:sp>
        <p:nvSpPr>
          <p:cNvPr id="175" name="Google Shape;175;p3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ustom title slide" type="title">
  <p:cSld name="TITLE">
    <p:bg>
      <p:bgPr>
        <a:solidFill>
          <a:schemeClr val="dk1"/>
        </a:solidFill>
        <a:effectLst/>
      </p:bgPr>
    </p:bg>
    <p:spTree>
      <p:nvGrpSpPr>
        <p:cNvPr id="1" name="Shape 176"/>
        <p:cNvGrpSpPr/>
        <p:nvPr/>
      </p:nvGrpSpPr>
      <p:grpSpPr>
        <a:xfrm>
          <a:off x="0" y="0"/>
          <a:ext cx="0" cy="0"/>
          <a:chOff x="0" y="0"/>
          <a:chExt cx="0" cy="0"/>
        </a:xfrm>
      </p:grpSpPr>
      <p:sp>
        <p:nvSpPr>
          <p:cNvPr id="177" name="Google Shape;177;p35"/>
          <p:cNvSpPr txBox="1">
            <a:spLocks noGrp="1"/>
          </p:cNvSpPr>
          <p:nvPr>
            <p:ph type="body" idx="1"/>
          </p:nvPr>
        </p:nvSpPr>
        <p:spPr>
          <a:xfrm>
            <a:off x="196951" y="4737750"/>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lt1"/>
              </a:buClr>
              <a:buSzPts val="800"/>
              <a:buChar char="●"/>
              <a:defRPr sz="800">
                <a:solidFill>
                  <a:schemeClr val="lt1"/>
                </a:solidFill>
              </a:defRPr>
            </a:lvl1pPr>
            <a:lvl2pPr marL="914400" lvl="1" indent="-279400">
              <a:spcBef>
                <a:spcPts val="0"/>
              </a:spcBef>
              <a:spcAft>
                <a:spcPts val="0"/>
              </a:spcAft>
              <a:buClr>
                <a:schemeClr val="lt1"/>
              </a:buClr>
              <a:buSzPts val="800"/>
              <a:buChar char="○"/>
              <a:defRPr>
                <a:solidFill>
                  <a:schemeClr val="lt1"/>
                </a:solidFill>
              </a:defRPr>
            </a:lvl2pPr>
            <a:lvl3pPr marL="1371600" lvl="2" indent="-279400">
              <a:spcBef>
                <a:spcPts val="0"/>
              </a:spcBef>
              <a:spcAft>
                <a:spcPts val="0"/>
              </a:spcAft>
              <a:buClr>
                <a:schemeClr val="lt1"/>
              </a:buClr>
              <a:buSzPts val="800"/>
              <a:buChar char="■"/>
              <a:defRPr sz="800">
                <a:solidFill>
                  <a:schemeClr val="lt1"/>
                </a:solidFill>
              </a:defRPr>
            </a:lvl3pPr>
            <a:lvl4pPr marL="1828800" lvl="3" indent="-279400">
              <a:spcBef>
                <a:spcPts val="0"/>
              </a:spcBef>
              <a:spcAft>
                <a:spcPts val="0"/>
              </a:spcAft>
              <a:buClr>
                <a:schemeClr val="lt1"/>
              </a:buClr>
              <a:buSzPts val="800"/>
              <a:buChar char="●"/>
              <a:defRPr sz="800">
                <a:solidFill>
                  <a:schemeClr val="lt1"/>
                </a:solidFill>
              </a:defRPr>
            </a:lvl4pPr>
            <a:lvl5pPr marL="2286000" lvl="4" indent="-279400">
              <a:spcBef>
                <a:spcPts val="0"/>
              </a:spcBef>
              <a:spcAft>
                <a:spcPts val="0"/>
              </a:spcAft>
              <a:buClr>
                <a:schemeClr val="lt1"/>
              </a:buClr>
              <a:buSzPts val="800"/>
              <a:buChar char="○"/>
              <a:defRPr sz="800">
                <a:solidFill>
                  <a:schemeClr val="lt1"/>
                </a:solidFill>
              </a:defRPr>
            </a:lvl5pPr>
            <a:lvl6pPr marL="2743200" lvl="5" indent="-279400">
              <a:spcBef>
                <a:spcPts val="0"/>
              </a:spcBef>
              <a:spcAft>
                <a:spcPts val="0"/>
              </a:spcAft>
              <a:buClr>
                <a:schemeClr val="lt1"/>
              </a:buClr>
              <a:buSzPts val="800"/>
              <a:buChar char="■"/>
              <a:defRPr sz="800">
                <a:solidFill>
                  <a:schemeClr val="lt1"/>
                </a:solidFill>
              </a:defRPr>
            </a:lvl6pPr>
            <a:lvl7pPr marL="3200400" lvl="6" indent="-279400">
              <a:spcBef>
                <a:spcPts val="0"/>
              </a:spcBef>
              <a:spcAft>
                <a:spcPts val="0"/>
              </a:spcAft>
              <a:buClr>
                <a:schemeClr val="lt1"/>
              </a:buClr>
              <a:buSzPts val="800"/>
              <a:buChar char="●"/>
              <a:defRPr sz="800">
                <a:solidFill>
                  <a:schemeClr val="lt1"/>
                </a:solidFill>
              </a:defRPr>
            </a:lvl7pPr>
            <a:lvl8pPr marL="3657600" lvl="7" indent="-279400">
              <a:spcBef>
                <a:spcPts val="0"/>
              </a:spcBef>
              <a:spcAft>
                <a:spcPts val="0"/>
              </a:spcAft>
              <a:buClr>
                <a:schemeClr val="lt1"/>
              </a:buClr>
              <a:buSzPts val="800"/>
              <a:buChar char="○"/>
              <a:defRPr sz="800">
                <a:solidFill>
                  <a:schemeClr val="lt1"/>
                </a:solidFill>
              </a:defRPr>
            </a:lvl8pPr>
            <a:lvl9pPr marL="4114800" lvl="8" indent="-279400">
              <a:spcBef>
                <a:spcPts val="0"/>
              </a:spcBef>
              <a:spcAft>
                <a:spcPts val="0"/>
              </a:spcAft>
              <a:buClr>
                <a:schemeClr val="lt1"/>
              </a:buClr>
              <a:buSzPts val="800"/>
              <a:buChar char="■"/>
              <a:defRPr sz="800">
                <a:solidFill>
                  <a:schemeClr val="lt1"/>
                </a:solidFill>
              </a:defRPr>
            </a:lvl9pPr>
          </a:lstStyle>
          <a:p>
            <a:endParaRPr/>
          </a:p>
        </p:txBody>
      </p:sp>
      <p:sp>
        <p:nvSpPr>
          <p:cNvPr id="178" name="Google Shape;178;p35"/>
          <p:cNvSpPr txBox="1">
            <a:spLocks noGrp="1"/>
          </p:cNvSpPr>
          <p:nvPr>
            <p:ph type="ctrTitle"/>
          </p:nvPr>
        </p:nvSpPr>
        <p:spPr>
          <a:xfrm>
            <a:off x="196950" y="223825"/>
            <a:ext cx="8011800" cy="1877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a:endParaRPr/>
          </a:p>
        </p:txBody>
      </p:sp>
      <p:sp>
        <p:nvSpPr>
          <p:cNvPr id="179" name="Google Shape;179;p35"/>
          <p:cNvSpPr txBox="1">
            <a:spLocks noGrp="1"/>
          </p:cNvSpPr>
          <p:nvPr>
            <p:ph type="subTitle" idx="2"/>
          </p:nvPr>
        </p:nvSpPr>
        <p:spPr>
          <a:xfrm>
            <a:off x="196950" y="2171250"/>
            <a:ext cx="3986700" cy="555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180" name="Google Shape;180;p35"/>
          <p:cNvSpPr>
            <a:spLocks noGrp="1"/>
          </p:cNvSpPr>
          <p:nvPr>
            <p:ph type="pic" idx="3"/>
          </p:nvPr>
        </p:nvSpPr>
        <p:spPr>
          <a:xfrm>
            <a:off x="4437578" y="2171250"/>
            <a:ext cx="4509600" cy="2775600"/>
          </a:xfrm>
          <a:prstGeom prst="round2DiagRect">
            <a:avLst>
              <a:gd name="adj1" fmla="val 16667"/>
              <a:gd name="adj2" fmla="val 0"/>
            </a:avLst>
          </a:prstGeom>
          <a:noFill/>
          <a:ln>
            <a:noFill/>
          </a:ln>
        </p:spPr>
        <p:txBody>
          <a:bodyPr/>
          <a:lstStyle/>
          <a:p>
            <a:endParaRPr lang="en-US"/>
          </a:p>
        </p:txBody>
      </p:sp>
      <p:sp>
        <p:nvSpPr>
          <p:cNvPr id="181" name="Google Shape;181;p35"/>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279400" algn="r">
              <a:spcBef>
                <a:spcPts val="0"/>
              </a:spcBef>
              <a:spcAft>
                <a:spcPts val="0"/>
              </a:spcAft>
              <a:buClr>
                <a:schemeClr val="lt1"/>
              </a:buClr>
              <a:buSzPts val="8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number" type="secHead">
  <p:cSld name="SECTION_HEADER">
    <p:spTree>
      <p:nvGrpSpPr>
        <p:cNvPr id="1" name="Shape 182"/>
        <p:cNvGrpSpPr/>
        <p:nvPr/>
      </p:nvGrpSpPr>
      <p:grpSpPr>
        <a:xfrm>
          <a:off x="0" y="0"/>
          <a:ext cx="0" cy="0"/>
          <a:chOff x="0" y="0"/>
          <a:chExt cx="0" cy="0"/>
        </a:xfrm>
      </p:grpSpPr>
      <p:sp>
        <p:nvSpPr>
          <p:cNvPr id="183" name="Google Shape;183;p36"/>
          <p:cNvSpPr txBox="1">
            <a:spLocks noGrp="1"/>
          </p:cNvSpPr>
          <p:nvPr>
            <p:ph type="title"/>
          </p:nvPr>
        </p:nvSpPr>
        <p:spPr>
          <a:xfrm>
            <a:off x="511953" y="5885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4" name="Google Shape;184;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85" name="Google Shape;185;p36"/>
          <p:cNvSpPr txBox="1">
            <a:spLocks noGrp="1"/>
          </p:cNvSpPr>
          <p:nvPr>
            <p:ph type="title" idx="2"/>
          </p:nvPr>
        </p:nvSpPr>
        <p:spPr>
          <a:xfrm>
            <a:off x="511953" y="14303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6" name="Google Shape;186;p36"/>
          <p:cNvSpPr txBox="1">
            <a:spLocks noGrp="1"/>
          </p:cNvSpPr>
          <p:nvPr>
            <p:ph type="title" idx="3"/>
          </p:nvPr>
        </p:nvSpPr>
        <p:spPr>
          <a:xfrm>
            <a:off x="511953" y="22721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7" name="Google Shape;187;p36"/>
          <p:cNvSpPr txBox="1">
            <a:spLocks noGrp="1"/>
          </p:cNvSpPr>
          <p:nvPr>
            <p:ph type="title" idx="4"/>
          </p:nvPr>
        </p:nvSpPr>
        <p:spPr>
          <a:xfrm>
            <a:off x="511953" y="31139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8" name="Google Shape;188;p36"/>
          <p:cNvSpPr txBox="1">
            <a:spLocks noGrp="1"/>
          </p:cNvSpPr>
          <p:nvPr>
            <p:ph type="title" idx="5"/>
          </p:nvPr>
        </p:nvSpPr>
        <p:spPr>
          <a:xfrm>
            <a:off x="511953" y="3955799"/>
            <a:ext cx="74643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9" name="Google Shape;189;p36"/>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279400">
              <a:spcBef>
                <a:spcPts val="0"/>
              </a:spcBef>
              <a:spcAft>
                <a:spcPts val="0"/>
              </a:spcAft>
              <a:buClr>
                <a:schemeClr val="dk1"/>
              </a:buClr>
              <a:buSzPts val="8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190" name="Google Shape;190;p36"/>
          <p:cNvSpPr txBox="1">
            <a:spLocks noGrp="1"/>
          </p:cNvSpPr>
          <p:nvPr>
            <p:ph type="body" idx="6"/>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279400" algn="r">
              <a:spcBef>
                <a:spcPts val="0"/>
              </a:spcBef>
              <a:spcAft>
                <a:spcPts val="0"/>
              </a:spcAft>
              <a:buClr>
                <a:schemeClr val="dk1"/>
              </a:buClr>
              <a:buSzPts val="8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1" type="tx">
  <p:cSld name="TITLE_AND_BODY">
    <p:spTree>
      <p:nvGrpSpPr>
        <p:cNvPr id="1" name="Shape 191"/>
        <p:cNvGrpSpPr/>
        <p:nvPr/>
      </p:nvGrpSpPr>
      <p:grpSpPr>
        <a:xfrm>
          <a:off x="0" y="0"/>
          <a:ext cx="0" cy="0"/>
          <a:chOff x="0" y="0"/>
          <a:chExt cx="0" cy="0"/>
        </a:xfrm>
      </p:grpSpPr>
      <p:sp>
        <p:nvSpPr>
          <p:cNvPr id="192" name="Google Shape;192;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3" name="Google Shape;193;p37"/>
          <p:cNvSpPr txBox="1">
            <a:spLocks noGrp="1"/>
          </p:cNvSpPr>
          <p:nvPr>
            <p:ph type="subTitle" idx="1"/>
          </p:nvPr>
        </p:nvSpPr>
        <p:spPr>
          <a:xfrm>
            <a:off x="975300" y="1864050"/>
            <a:ext cx="7193400" cy="1415400"/>
          </a:xfrm>
          <a:prstGeom prst="rect">
            <a:avLst/>
          </a:prstGeom>
        </p:spPr>
        <p:txBody>
          <a:bodyPr spcFirstLastPara="1" wrap="square" lIns="91425" tIns="91425" rIns="91425" bIns="91425" anchor="ctr" anchorCtr="0">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a:endParaRPr/>
          </a:p>
        </p:txBody>
      </p:sp>
      <p:sp>
        <p:nvSpPr>
          <p:cNvPr id="194" name="Google Shape;194;p37"/>
          <p:cNvSpPr txBox="1">
            <a:spLocks noGrp="1"/>
          </p:cNvSpPr>
          <p:nvPr>
            <p:ph type="body" idx="2"/>
          </p:nvPr>
        </p:nvSpPr>
        <p:spPr>
          <a:xfrm>
            <a:off x="196951" y="196725"/>
            <a:ext cx="18591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279400">
              <a:spcBef>
                <a:spcPts val="0"/>
              </a:spcBef>
              <a:spcAft>
                <a:spcPts val="0"/>
              </a:spcAft>
              <a:buClr>
                <a:schemeClr val="dk1"/>
              </a:buClr>
              <a:buSzPts val="8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195" name="Google Shape;195;p37"/>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279400" algn="r">
              <a:spcBef>
                <a:spcPts val="0"/>
              </a:spcBef>
              <a:spcAft>
                <a:spcPts val="0"/>
              </a:spcAft>
              <a:buClr>
                <a:schemeClr val="dk1"/>
              </a:buClr>
              <a:buSzPts val="8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Main Point 2">
  <p:cSld name="TITLE_AND_BODY_1">
    <p:bg>
      <p:bgPr>
        <a:solidFill>
          <a:schemeClr val="dk1"/>
        </a:solidFill>
        <a:effectLst/>
      </p:bgPr>
    </p:bg>
    <p:spTree>
      <p:nvGrpSpPr>
        <p:cNvPr id="1" name="Shape 196"/>
        <p:cNvGrpSpPr/>
        <p:nvPr/>
      </p:nvGrpSpPr>
      <p:grpSpPr>
        <a:xfrm>
          <a:off x="0" y="0"/>
          <a:ext cx="0" cy="0"/>
          <a:chOff x="0" y="0"/>
          <a:chExt cx="0" cy="0"/>
        </a:xfrm>
      </p:grpSpPr>
      <p:sp>
        <p:nvSpPr>
          <p:cNvPr id="197" name="Google Shape;197;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198" name="Google Shape;198;p38"/>
          <p:cNvSpPr txBox="1">
            <a:spLocks noGrp="1"/>
          </p:cNvSpPr>
          <p:nvPr>
            <p:ph type="subTitle" idx="1"/>
          </p:nvPr>
        </p:nvSpPr>
        <p:spPr>
          <a:xfrm>
            <a:off x="975300" y="1864050"/>
            <a:ext cx="7193400" cy="1415400"/>
          </a:xfrm>
          <a:prstGeom prst="rect">
            <a:avLst/>
          </a:prstGeom>
        </p:spPr>
        <p:txBody>
          <a:bodyPr spcFirstLastPara="1" wrap="square" lIns="91425" tIns="91425" rIns="91425" bIns="91425" anchor="ctr" anchorCtr="0">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a:endParaRPr/>
          </a:p>
        </p:txBody>
      </p:sp>
      <p:sp>
        <p:nvSpPr>
          <p:cNvPr id="199" name="Google Shape;199;p38"/>
          <p:cNvSpPr txBox="1">
            <a:spLocks noGrp="1"/>
          </p:cNvSpPr>
          <p:nvPr>
            <p:ph type="body" idx="2"/>
          </p:nvPr>
        </p:nvSpPr>
        <p:spPr>
          <a:xfrm>
            <a:off x="196951" y="196725"/>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lt1"/>
              </a:buClr>
              <a:buSzPts val="800"/>
              <a:buChar char="●"/>
              <a:defRPr sz="800">
                <a:solidFill>
                  <a:schemeClr val="lt1"/>
                </a:solidFill>
              </a:defRPr>
            </a:lvl1pPr>
            <a:lvl2pPr marL="914400" lvl="1" indent="-279400">
              <a:spcBef>
                <a:spcPts val="0"/>
              </a:spcBef>
              <a:spcAft>
                <a:spcPts val="0"/>
              </a:spcAft>
              <a:buClr>
                <a:schemeClr val="lt1"/>
              </a:buClr>
              <a:buSzPts val="800"/>
              <a:buChar char="○"/>
              <a:defRPr>
                <a:solidFill>
                  <a:schemeClr val="lt1"/>
                </a:solidFill>
              </a:defRPr>
            </a:lvl2pPr>
            <a:lvl3pPr marL="1371600" lvl="2" indent="-279400">
              <a:spcBef>
                <a:spcPts val="0"/>
              </a:spcBef>
              <a:spcAft>
                <a:spcPts val="0"/>
              </a:spcAft>
              <a:buClr>
                <a:schemeClr val="lt1"/>
              </a:buClr>
              <a:buSzPts val="800"/>
              <a:buChar char="■"/>
              <a:defRPr sz="800">
                <a:solidFill>
                  <a:schemeClr val="lt1"/>
                </a:solidFill>
              </a:defRPr>
            </a:lvl3pPr>
            <a:lvl4pPr marL="1828800" lvl="3" indent="-279400">
              <a:spcBef>
                <a:spcPts val="0"/>
              </a:spcBef>
              <a:spcAft>
                <a:spcPts val="0"/>
              </a:spcAft>
              <a:buClr>
                <a:schemeClr val="lt1"/>
              </a:buClr>
              <a:buSzPts val="800"/>
              <a:buChar char="●"/>
              <a:defRPr sz="800">
                <a:solidFill>
                  <a:schemeClr val="lt1"/>
                </a:solidFill>
              </a:defRPr>
            </a:lvl4pPr>
            <a:lvl5pPr marL="2286000" lvl="4" indent="-279400">
              <a:spcBef>
                <a:spcPts val="0"/>
              </a:spcBef>
              <a:spcAft>
                <a:spcPts val="0"/>
              </a:spcAft>
              <a:buClr>
                <a:schemeClr val="lt1"/>
              </a:buClr>
              <a:buSzPts val="800"/>
              <a:buChar char="○"/>
              <a:defRPr sz="800">
                <a:solidFill>
                  <a:schemeClr val="lt1"/>
                </a:solidFill>
              </a:defRPr>
            </a:lvl5pPr>
            <a:lvl6pPr marL="2743200" lvl="5" indent="-279400">
              <a:spcBef>
                <a:spcPts val="0"/>
              </a:spcBef>
              <a:spcAft>
                <a:spcPts val="0"/>
              </a:spcAft>
              <a:buClr>
                <a:schemeClr val="lt1"/>
              </a:buClr>
              <a:buSzPts val="800"/>
              <a:buChar char="■"/>
              <a:defRPr sz="800">
                <a:solidFill>
                  <a:schemeClr val="lt1"/>
                </a:solidFill>
              </a:defRPr>
            </a:lvl6pPr>
            <a:lvl7pPr marL="3200400" lvl="6" indent="-279400">
              <a:spcBef>
                <a:spcPts val="0"/>
              </a:spcBef>
              <a:spcAft>
                <a:spcPts val="0"/>
              </a:spcAft>
              <a:buClr>
                <a:schemeClr val="lt1"/>
              </a:buClr>
              <a:buSzPts val="800"/>
              <a:buChar char="●"/>
              <a:defRPr sz="800">
                <a:solidFill>
                  <a:schemeClr val="lt1"/>
                </a:solidFill>
              </a:defRPr>
            </a:lvl7pPr>
            <a:lvl8pPr marL="3657600" lvl="7" indent="-279400">
              <a:spcBef>
                <a:spcPts val="0"/>
              </a:spcBef>
              <a:spcAft>
                <a:spcPts val="0"/>
              </a:spcAft>
              <a:buClr>
                <a:schemeClr val="lt1"/>
              </a:buClr>
              <a:buSzPts val="800"/>
              <a:buChar char="○"/>
              <a:defRPr sz="800">
                <a:solidFill>
                  <a:schemeClr val="lt1"/>
                </a:solidFill>
              </a:defRPr>
            </a:lvl8pPr>
            <a:lvl9pPr marL="4114800" lvl="8" indent="-279400">
              <a:spcBef>
                <a:spcPts val="0"/>
              </a:spcBef>
              <a:spcAft>
                <a:spcPts val="0"/>
              </a:spcAft>
              <a:buClr>
                <a:schemeClr val="lt1"/>
              </a:buClr>
              <a:buSzPts val="800"/>
              <a:buChar char="■"/>
              <a:defRPr sz="800">
                <a:solidFill>
                  <a:schemeClr val="lt1"/>
                </a:solidFill>
              </a:defRPr>
            </a:lvl9pPr>
          </a:lstStyle>
          <a:p>
            <a:endParaRPr/>
          </a:p>
        </p:txBody>
      </p:sp>
      <p:sp>
        <p:nvSpPr>
          <p:cNvPr id="200" name="Google Shape;200;p38"/>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279400" algn="r">
              <a:spcBef>
                <a:spcPts val="0"/>
              </a:spcBef>
              <a:spcAft>
                <a:spcPts val="0"/>
              </a:spcAft>
              <a:buClr>
                <a:schemeClr val="lt1"/>
              </a:buClr>
              <a:buSzPts val="8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body and image 1" type="twoColTx">
  <p:cSld name="TITLE_AND_TWO_COLUMNS">
    <p:spTree>
      <p:nvGrpSpPr>
        <p:cNvPr id="1" name="Shape 201"/>
        <p:cNvGrpSpPr/>
        <p:nvPr/>
      </p:nvGrpSpPr>
      <p:grpSpPr>
        <a:xfrm>
          <a:off x="0" y="0"/>
          <a:ext cx="0" cy="0"/>
          <a:chOff x="0" y="0"/>
          <a:chExt cx="0" cy="0"/>
        </a:xfrm>
      </p:grpSpPr>
      <p:sp>
        <p:nvSpPr>
          <p:cNvPr id="202" name="Google Shape;202;p39"/>
          <p:cNvSpPr txBox="1">
            <a:spLocks noGrp="1"/>
          </p:cNvSpPr>
          <p:nvPr>
            <p:ph type="title"/>
          </p:nvPr>
        </p:nvSpPr>
        <p:spPr>
          <a:xfrm>
            <a:off x="197375" y="1052750"/>
            <a:ext cx="3151800" cy="1632900"/>
          </a:xfrm>
          <a:prstGeom prst="rect">
            <a:avLst/>
          </a:prstGeom>
        </p:spPr>
        <p:txBody>
          <a:bodyPr spcFirstLastPara="1" wrap="square" lIns="91425" tIns="91425" rIns="91425" bIns="91425" anchor="b" anchorCtr="0">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a:endParaRPr/>
          </a:p>
        </p:txBody>
      </p:sp>
      <p:sp>
        <p:nvSpPr>
          <p:cNvPr id="203" name="Google Shape;203;p39"/>
          <p:cNvSpPr txBox="1">
            <a:spLocks noGrp="1"/>
          </p:cNvSpPr>
          <p:nvPr>
            <p:ph type="body" idx="1"/>
          </p:nvPr>
        </p:nvSpPr>
        <p:spPr>
          <a:xfrm>
            <a:off x="197375" y="2685650"/>
            <a:ext cx="3151800" cy="18225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Clr>
                <a:schemeClr val="dk1"/>
              </a:buClr>
              <a:buSzPts val="1000"/>
              <a:buChar char="●"/>
              <a:defRPr>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a:solidFill>
                  <a:schemeClr val="dk1"/>
                </a:solidFill>
              </a:defRPr>
            </a:lvl3pPr>
            <a:lvl4pPr marL="1828800" lvl="3" indent="-292100">
              <a:lnSpc>
                <a:spcPct val="100000"/>
              </a:lnSpc>
              <a:spcBef>
                <a:spcPts val="0"/>
              </a:spcBef>
              <a:spcAft>
                <a:spcPts val="0"/>
              </a:spcAft>
              <a:buClr>
                <a:schemeClr val="dk1"/>
              </a:buClr>
              <a:buSzPts val="1000"/>
              <a:buChar char="●"/>
              <a:defRPr>
                <a:solidFill>
                  <a:schemeClr val="dk1"/>
                </a:solidFill>
              </a:defRPr>
            </a:lvl4pPr>
            <a:lvl5pPr marL="2286000" lvl="4" indent="-292100">
              <a:lnSpc>
                <a:spcPct val="100000"/>
              </a:lnSpc>
              <a:spcBef>
                <a:spcPts val="0"/>
              </a:spcBef>
              <a:spcAft>
                <a:spcPts val="0"/>
              </a:spcAft>
              <a:buClr>
                <a:schemeClr val="dk1"/>
              </a:buClr>
              <a:buSzPts val="1000"/>
              <a:buChar char="○"/>
              <a:defRPr>
                <a:solidFill>
                  <a:schemeClr val="dk1"/>
                </a:solidFill>
              </a:defRPr>
            </a:lvl5pPr>
            <a:lvl6pPr marL="2743200" lvl="5" indent="-292100">
              <a:lnSpc>
                <a:spcPct val="100000"/>
              </a:lnSpc>
              <a:spcBef>
                <a:spcPts val="0"/>
              </a:spcBef>
              <a:spcAft>
                <a:spcPts val="0"/>
              </a:spcAft>
              <a:buClr>
                <a:schemeClr val="dk1"/>
              </a:buClr>
              <a:buSzPts val="1000"/>
              <a:buChar char="■"/>
              <a:defRPr>
                <a:solidFill>
                  <a:schemeClr val="dk1"/>
                </a:solidFill>
              </a:defRPr>
            </a:lvl6pPr>
            <a:lvl7pPr marL="3200400" lvl="6" indent="-292100">
              <a:lnSpc>
                <a:spcPct val="100000"/>
              </a:lnSpc>
              <a:spcBef>
                <a:spcPts val="0"/>
              </a:spcBef>
              <a:spcAft>
                <a:spcPts val="0"/>
              </a:spcAft>
              <a:buClr>
                <a:schemeClr val="dk1"/>
              </a:buClr>
              <a:buSzPts val="1000"/>
              <a:buChar char="●"/>
              <a:defRPr>
                <a:solidFill>
                  <a:schemeClr val="dk1"/>
                </a:solidFill>
              </a:defRPr>
            </a:lvl7pPr>
            <a:lvl8pPr marL="3657600" lvl="7" indent="-292100">
              <a:lnSpc>
                <a:spcPct val="100000"/>
              </a:lnSpc>
              <a:spcBef>
                <a:spcPts val="0"/>
              </a:spcBef>
              <a:spcAft>
                <a:spcPts val="0"/>
              </a:spcAft>
              <a:buClr>
                <a:schemeClr val="dk1"/>
              </a:buClr>
              <a:buSzPts val="1000"/>
              <a:buChar char="○"/>
              <a:defRPr>
                <a:solidFill>
                  <a:schemeClr val="dk1"/>
                </a:solidFill>
              </a:defRPr>
            </a:lvl8pPr>
            <a:lvl9pPr marL="4114800" lvl="8" indent="-292100">
              <a:lnSpc>
                <a:spcPct val="100000"/>
              </a:lnSpc>
              <a:spcBef>
                <a:spcPts val="0"/>
              </a:spcBef>
              <a:spcAft>
                <a:spcPts val="0"/>
              </a:spcAft>
              <a:buClr>
                <a:schemeClr val="dk1"/>
              </a:buClr>
              <a:buSzPts val="1000"/>
              <a:buChar char="■"/>
              <a:defRPr>
                <a:solidFill>
                  <a:schemeClr val="dk1"/>
                </a:solidFill>
              </a:defRPr>
            </a:lvl9pPr>
          </a:lstStyle>
          <a:p>
            <a:endParaRPr/>
          </a:p>
        </p:txBody>
      </p:sp>
      <p:sp>
        <p:nvSpPr>
          <p:cNvPr id="204" name="Google Shape;204;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05" name="Google Shape;205;p39"/>
          <p:cNvSpPr>
            <a:spLocks noGrp="1"/>
          </p:cNvSpPr>
          <p:nvPr>
            <p:ph type="pic" idx="2"/>
          </p:nvPr>
        </p:nvSpPr>
        <p:spPr>
          <a:xfrm>
            <a:off x="3726325" y="669925"/>
            <a:ext cx="5220900" cy="4276800"/>
          </a:xfrm>
          <a:prstGeom prst="round2DiagRect">
            <a:avLst>
              <a:gd name="adj1" fmla="val 16667"/>
              <a:gd name="adj2" fmla="val 0"/>
            </a:avLst>
          </a:prstGeom>
          <a:noFill/>
          <a:ln>
            <a:noFill/>
          </a:ln>
        </p:spPr>
      </p:sp>
      <p:sp>
        <p:nvSpPr>
          <p:cNvPr id="206" name="Google Shape;206;p39"/>
          <p:cNvSpPr txBox="1">
            <a:spLocks noGrp="1"/>
          </p:cNvSpPr>
          <p:nvPr>
            <p:ph type="body" idx="3"/>
          </p:nvPr>
        </p:nvSpPr>
        <p:spPr>
          <a:xfrm>
            <a:off x="196951" y="196725"/>
            <a:ext cx="18606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279400">
              <a:spcBef>
                <a:spcPts val="0"/>
              </a:spcBef>
              <a:spcAft>
                <a:spcPts val="0"/>
              </a:spcAft>
              <a:buClr>
                <a:schemeClr val="dk1"/>
              </a:buClr>
              <a:buSzPts val="8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207" name="Google Shape;207;p39"/>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279400" algn="r">
              <a:spcBef>
                <a:spcPts val="0"/>
              </a:spcBef>
              <a:spcAft>
                <a:spcPts val="0"/>
              </a:spcAft>
              <a:buClr>
                <a:schemeClr val="dk1"/>
              </a:buClr>
              <a:buSzPts val="8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body and image 2">
  <p:cSld name="TITLE_AND_TWO_COLUMNS_1">
    <p:bg>
      <p:bgPr>
        <a:solidFill>
          <a:schemeClr val="dk1"/>
        </a:solidFill>
        <a:effectLst/>
      </p:bgPr>
    </p:bg>
    <p:spTree>
      <p:nvGrpSpPr>
        <p:cNvPr id="1" name="Shape 208"/>
        <p:cNvGrpSpPr/>
        <p:nvPr/>
      </p:nvGrpSpPr>
      <p:grpSpPr>
        <a:xfrm>
          <a:off x="0" y="0"/>
          <a:ext cx="0" cy="0"/>
          <a:chOff x="0" y="0"/>
          <a:chExt cx="0" cy="0"/>
        </a:xfrm>
      </p:grpSpPr>
      <p:sp>
        <p:nvSpPr>
          <p:cNvPr id="209" name="Google Shape;209;p40"/>
          <p:cNvSpPr txBox="1">
            <a:spLocks noGrp="1"/>
          </p:cNvSpPr>
          <p:nvPr>
            <p:ph type="title"/>
          </p:nvPr>
        </p:nvSpPr>
        <p:spPr>
          <a:xfrm>
            <a:off x="197375" y="1052750"/>
            <a:ext cx="3151800" cy="16329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a:endParaRPr/>
          </a:p>
        </p:txBody>
      </p:sp>
      <p:sp>
        <p:nvSpPr>
          <p:cNvPr id="210" name="Google Shape;210;p40"/>
          <p:cNvSpPr txBox="1">
            <a:spLocks noGrp="1"/>
          </p:cNvSpPr>
          <p:nvPr>
            <p:ph type="body" idx="1"/>
          </p:nvPr>
        </p:nvSpPr>
        <p:spPr>
          <a:xfrm>
            <a:off x="197375" y="2685650"/>
            <a:ext cx="3151800" cy="18225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Clr>
                <a:schemeClr val="lt1"/>
              </a:buClr>
              <a:buSzPts val="1000"/>
              <a:buChar char="●"/>
              <a:defRPr>
                <a:solidFill>
                  <a:schemeClr val="lt1"/>
                </a:solidFill>
              </a:defRPr>
            </a:lvl1pPr>
            <a:lvl2pPr marL="914400" lvl="1" indent="-292100">
              <a:lnSpc>
                <a:spcPct val="100000"/>
              </a:lnSpc>
              <a:spcBef>
                <a:spcPts val="0"/>
              </a:spcBef>
              <a:spcAft>
                <a:spcPts val="0"/>
              </a:spcAft>
              <a:buClr>
                <a:schemeClr val="lt1"/>
              </a:buClr>
              <a:buSzPts val="1000"/>
              <a:buChar char="○"/>
              <a:defRPr sz="1000">
                <a:solidFill>
                  <a:schemeClr val="lt1"/>
                </a:solidFill>
              </a:defRPr>
            </a:lvl2pPr>
            <a:lvl3pPr marL="1371600" lvl="2" indent="-292100">
              <a:lnSpc>
                <a:spcPct val="100000"/>
              </a:lnSpc>
              <a:spcBef>
                <a:spcPts val="0"/>
              </a:spcBef>
              <a:spcAft>
                <a:spcPts val="0"/>
              </a:spcAft>
              <a:buClr>
                <a:schemeClr val="lt1"/>
              </a:buClr>
              <a:buSzPts val="1000"/>
              <a:buChar char="■"/>
              <a:defRPr>
                <a:solidFill>
                  <a:schemeClr val="lt1"/>
                </a:solidFill>
              </a:defRPr>
            </a:lvl3pPr>
            <a:lvl4pPr marL="1828800" lvl="3" indent="-292100">
              <a:lnSpc>
                <a:spcPct val="100000"/>
              </a:lnSpc>
              <a:spcBef>
                <a:spcPts val="0"/>
              </a:spcBef>
              <a:spcAft>
                <a:spcPts val="0"/>
              </a:spcAft>
              <a:buClr>
                <a:schemeClr val="lt1"/>
              </a:buClr>
              <a:buSzPts val="1000"/>
              <a:buChar char="●"/>
              <a:defRPr>
                <a:solidFill>
                  <a:schemeClr val="lt1"/>
                </a:solidFill>
              </a:defRPr>
            </a:lvl4pPr>
            <a:lvl5pPr marL="2286000" lvl="4" indent="-292100">
              <a:lnSpc>
                <a:spcPct val="100000"/>
              </a:lnSpc>
              <a:spcBef>
                <a:spcPts val="0"/>
              </a:spcBef>
              <a:spcAft>
                <a:spcPts val="0"/>
              </a:spcAft>
              <a:buClr>
                <a:schemeClr val="lt1"/>
              </a:buClr>
              <a:buSzPts val="1000"/>
              <a:buChar char="○"/>
              <a:defRPr>
                <a:solidFill>
                  <a:schemeClr val="lt1"/>
                </a:solidFill>
              </a:defRPr>
            </a:lvl5pPr>
            <a:lvl6pPr marL="2743200" lvl="5" indent="-292100">
              <a:lnSpc>
                <a:spcPct val="100000"/>
              </a:lnSpc>
              <a:spcBef>
                <a:spcPts val="0"/>
              </a:spcBef>
              <a:spcAft>
                <a:spcPts val="0"/>
              </a:spcAft>
              <a:buClr>
                <a:schemeClr val="lt1"/>
              </a:buClr>
              <a:buSzPts val="1000"/>
              <a:buChar char="■"/>
              <a:defRPr>
                <a:solidFill>
                  <a:schemeClr val="lt1"/>
                </a:solidFill>
              </a:defRPr>
            </a:lvl6pPr>
            <a:lvl7pPr marL="3200400" lvl="6" indent="-292100">
              <a:lnSpc>
                <a:spcPct val="100000"/>
              </a:lnSpc>
              <a:spcBef>
                <a:spcPts val="0"/>
              </a:spcBef>
              <a:spcAft>
                <a:spcPts val="0"/>
              </a:spcAft>
              <a:buClr>
                <a:schemeClr val="lt1"/>
              </a:buClr>
              <a:buSzPts val="1000"/>
              <a:buChar char="●"/>
              <a:defRPr>
                <a:solidFill>
                  <a:schemeClr val="lt1"/>
                </a:solidFill>
              </a:defRPr>
            </a:lvl7pPr>
            <a:lvl8pPr marL="3657600" lvl="7" indent="-292100">
              <a:lnSpc>
                <a:spcPct val="100000"/>
              </a:lnSpc>
              <a:spcBef>
                <a:spcPts val="0"/>
              </a:spcBef>
              <a:spcAft>
                <a:spcPts val="0"/>
              </a:spcAft>
              <a:buClr>
                <a:schemeClr val="lt1"/>
              </a:buClr>
              <a:buSzPts val="1000"/>
              <a:buChar char="○"/>
              <a:defRPr>
                <a:solidFill>
                  <a:schemeClr val="lt1"/>
                </a:solidFill>
              </a:defRPr>
            </a:lvl8pPr>
            <a:lvl9pPr marL="4114800" lvl="8" indent="-292100">
              <a:lnSpc>
                <a:spcPct val="100000"/>
              </a:lnSpc>
              <a:spcBef>
                <a:spcPts val="0"/>
              </a:spcBef>
              <a:spcAft>
                <a:spcPts val="0"/>
              </a:spcAft>
              <a:buClr>
                <a:schemeClr val="lt1"/>
              </a:buClr>
              <a:buSzPts val="1000"/>
              <a:buChar char="■"/>
              <a:defRPr>
                <a:solidFill>
                  <a:schemeClr val="lt1"/>
                </a:solidFill>
              </a:defRPr>
            </a:lvl9pPr>
          </a:lstStyle>
          <a:p>
            <a:endParaRPr/>
          </a:p>
        </p:txBody>
      </p:sp>
      <p:sp>
        <p:nvSpPr>
          <p:cNvPr id="211" name="Google Shape;211;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12" name="Google Shape;212;p40"/>
          <p:cNvSpPr>
            <a:spLocks noGrp="1"/>
          </p:cNvSpPr>
          <p:nvPr>
            <p:ph type="pic" idx="2"/>
          </p:nvPr>
        </p:nvSpPr>
        <p:spPr>
          <a:xfrm>
            <a:off x="3726325" y="669925"/>
            <a:ext cx="5220900" cy="4276800"/>
          </a:xfrm>
          <a:prstGeom prst="round2DiagRect">
            <a:avLst>
              <a:gd name="adj1" fmla="val 16667"/>
              <a:gd name="adj2" fmla="val 0"/>
            </a:avLst>
          </a:prstGeom>
          <a:noFill/>
          <a:ln>
            <a:noFill/>
          </a:ln>
        </p:spPr>
      </p:sp>
      <p:sp>
        <p:nvSpPr>
          <p:cNvPr id="213" name="Google Shape;213;p40"/>
          <p:cNvSpPr txBox="1">
            <a:spLocks noGrp="1"/>
          </p:cNvSpPr>
          <p:nvPr>
            <p:ph type="body" idx="3"/>
          </p:nvPr>
        </p:nvSpPr>
        <p:spPr>
          <a:xfrm>
            <a:off x="196951" y="196725"/>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lt1"/>
              </a:buClr>
              <a:buSzPts val="800"/>
              <a:buChar char="●"/>
              <a:defRPr sz="800">
                <a:solidFill>
                  <a:schemeClr val="lt1"/>
                </a:solidFill>
              </a:defRPr>
            </a:lvl1pPr>
            <a:lvl2pPr marL="914400" lvl="1" indent="-279400">
              <a:spcBef>
                <a:spcPts val="0"/>
              </a:spcBef>
              <a:spcAft>
                <a:spcPts val="0"/>
              </a:spcAft>
              <a:buClr>
                <a:schemeClr val="lt1"/>
              </a:buClr>
              <a:buSzPts val="800"/>
              <a:buChar char="○"/>
              <a:defRPr>
                <a:solidFill>
                  <a:schemeClr val="lt1"/>
                </a:solidFill>
              </a:defRPr>
            </a:lvl2pPr>
            <a:lvl3pPr marL="1371600" lvl="2" indent="-279400">
              <a:spcBef>
                <a:spcPts val="0"/>
              </a:spcBef>
              <a:spcAft>
                <a:spcPts val="0"/>
              </a:spcAft>
              <a:buClr>
                <a:schemeClr val="lt1"/>
              </a:buClr>
              <a:buSzPts val="800"/>
              <a:buChar char="■"/>
              <a:defRPr sz="800">
                <a:solidFill>
                  <a:schemeClr val="lt1"/>
                </a:solidFill>
              </a:defRPr>
            </a:lvl3pPr>
            <a:lvl4pPr marL="1828800" lvl="3" indent="-279400">
              <a:spcBef>
                <a:spcPts val="0"/>
              </a:spcBef>
              <a:spcAft>
                <a:spcPts val="0"/>
              </a:spcAft>
              <a:buClr>
                <a:schemeClr val="lt1"/>
              </a:buClr>
              <a:buSzPts val="800"/>
              <a:buChar char="●"/>
              <a:defRPr sz="800">
                <a:solidFill>
                  <a:schemeClr val="lt1"/>
                </a:solidFill>
              </a:defRPr>
            </a:lvl4pPr>
            <a:lvl5pPr marL="2286000" lvl="4" indent="-279400">
              <a:spcBef>
                <a:spcPts val="0"/>
              </a:spcBef>
              <a:spcAft>
                <a:spcPts val="0"/>
              </a:spcAft>
              <a:buClr>
                <a:schemeClr val="lt1"/>
              </a:buClr>
              <a:buSzPts val="800"/>
              <a:buChar char="○"/>
              <a:defRPr sz="800">
                <a:solidFill>
                  <a:schemeClr val="lt1"/>
                </a:solidFill>
              </a:defRPr>
            </a:lvl5pPr>
            <a:lvl6pPr marL="2743200" lvl="5" indent="-279400">
              <a:spcBef>
                <a:spcPts val="0"/>
              </a:spcBef>
              <a:spcAft>
                <a:spcPts val="0"/>
              </a:spcAft>
              <a:buClr>
                <a:schemeClr val="lt1"/>
              </a:buClr>
              <a:buSzPts val="800"/>
              <a:buChar char="■"/>
              <a:defRPr sz="800">
                <a:solidFill>
                  <a:schemeClr val="lt1"/>
                </a:solidFill>
              </a:defRPr>
            </a:lvl6pPr>
            <a:lvl7pPr marL="3200400" lvl="6" indent="-279400">
              <a:spcBef>
                <a:spcPts val="0"/>
              </a:spcBef>
              <a:spcAft>
                <a:spcPts val="0"/>
              </a:spcAft>
              <a:buClr>
                <a:schemeClr val="lt1"/>
              </a:buClr>
              <a:buSzPts val="800"/>
              <a:buChar char="●"/>
              <a:defRPr sz="800">
                <a:solidFill>
                  <a:schemeClr val="lt1"/>
                </a:solidFill>
              </a:defRPr>
            </a:lvl7pPr>
            <a:lvl8pPr marL="3657600" lvl="7" indent="-279400">
              <a:spcBef>
                <a:spcPts val="0"/>
              </a:spcBef>
              <a:spcAft>
                <a:spcPts val="0"/>
              </a:spcAft>
              <a:buClr>
                <a:schemeClr val="lt1"/>
              </a:buClr>
              <a:buSzPts val="800"/>
              <a:buChar char="○"/>
              <a:defRPr sz="800">
                <a:solidFill>
                  <a:schemeClr val="lt1"/>
                </a:solidFill>
              </a:defRPr>
            </a:lvl8pPr>
            <a:lvl9pPr marL="4114800" lvl="8" indent="-279400">
              <a:spcBef>
                <a:spcPts val="0"/>
              </a:spcBef>
              <a:spcAft>
                <a:spcPts val="0"/>
              </a:spcAft>
              <a:buClr>
                <a:schemeClr val="lt1"/>
              </a:buClr>
              <a:buSzPts val="800"/>
              <a:buChar char="■"/>
              <a:defRPr sz="800">
                <a:solidFill>
                  <a:schemeClr val="lt1"/>
                </a:solidFill>
              </a:defRPr>
            </a:lvl9pPr>
          </a:lstStyle>
          <a:p>
            <a:endParaRPr/>
          </a:p>
        </p:txBody>
      </p:sp>
      <p:sp>
        <p:nvSpPr>
          <p:cNvPr id="214" name="Google Shape;214;p40"/>
          <p:cNvSpPr txBox="1">
            <a:spLocks noGrp="1"/>
          </p:cNvSpPr>
          <p:nvPr>
            <p:ph type="body" idx="4"/>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279400" algn="r">
              <a:spcBef>
                <a:spcPts val="0"/>
              </a:spcBef>
              <a:spcAft>
                <a:spcPts val="0"/>
              </a:spcAft>
              <a:buClr>
                <a:schemeClr val="lt1"/>
              </a:buClr>
              <a:buSzPts val="8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
        <p:nvSpPr>
          <p:cNvPr id="215" name="Google Shape;215;p40"/>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Section title and chart">
  <p:cSld name="SECTION_TITLE_AND_DESCRIPTION">
    <p:bg>
      <p:bgPr>
        <a:solidFill>
          <a:schemeClr val="lt2"/>
        </a:solidFill>
        <a:effectLst/>
      </p:bgPr>
    </p:bg>
    <p:spTree>
      <p:nvGrpSpPr>
        <p:cNvPr id="1" name="Shape 216"/>
        <p:cNvGrpSpPr/>
        <p:nvPr/>
      </p:nvGrpSpPr>
      <p:grpSpPr>
        <a:xfrm>
          <a:off x="0" y="0"/>
          <a:ext cx="0" cy="0"/>
          <a:chOff x="0" y="0"/>
          <a:chExt cx="0" cy="0"/>
        </a:xfrm>
      </p:grpSpPr>
      <p:sp>
        <p:nvSpPr>
          <p:cNvPr id="217" name="Google Shape;217;p41"/>
          <p:cNvSpPr/>
          <p:nvPr/>
        </p:nvSpPr>
        <p:spPr>
          <a:xfrm>
            <a:off x="4305000" y="-125"/>
            <a:ext cx="4839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18" name="Google Shape;218;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219" name="Google Shape;219;p41"/>
          <p:cNvSpPr txBox="1">
            <a:spLocks noGrp="1"/>
          </p:cNvSpPr>
          <p:nvPr>
            <p:ph type="title"/>
          </p:nvPr>
        </p:nvSpPr>
        <p:spPr>
          <a:xfrm>
            <a:off x="197375" y="1052750"/>
            <a:ext cx="3151800" cy="1632900"/>
          </a:xfrm>
          <a:prstGeom prst="rect">
            <a:avLst/>
          </a:prstGeom>
        </p:spPr>
        <p:txBody>
          <a:bodyPr spcFirstLastPara="1" wrap="square" lIns="91425" tIns="91425" rIns="91425" bIns="91425" anchor="b" anchorCtr="0">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a:endParaRPr/>
          </a:p>
        </p:txBody>
      </p:sp>
      <p:sp>
        <p:nvSpPr>
          <p:cNvPr id="220" name="Google Shape;220;p41"/>
          <p:cNvSpPr txBox="1">
            <a:spLocks noGrp="1"/>
          </p:cNvSpPr>
          <p:nvPr>
            <p:ph type="body" idx="1"/>
          </p:nvPr>
        </p:nvSpPr>
        <p:spPr>
          <a:xfrm>
            <a:off x="197375" y="2685650"/>
            <a:ext cx="3151800" cy="18225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SzPts val="1000"/>
              <a:buChar char="●"/>
              <a:defRPr/>
            </a:lvl1pPr>
            <a:lvl2pPr marL="914400" lvl="1" indent="-292100">
              <a:lnSpc>
                <a:spcPct val="100000"/>
              </a:lnSpc>
              <a:spcBef>
                <a:spcPts val="0"/>
              </a:spcBef>
              <a:spcAft>
                <a:spcPts val="0"/>
              </a:spcAft>
              <a:buSzPts val="1000"/>
              <a:buChar char="○"/>
              <a:defRPr sz="1000"/>
            </a:lvl2pPr>
            <a:lvl3pPr marL="1371600" lvl="2" indent="-292100">
              <a:lnSpc>
                <a:spcPct val="100000"/>
              </a:lnSpc>
              <a:spcBef>
                <a:spcPts val="0"/>
              </a:spcBef>
              <a:spcAft>
                <a:spcPts val="0"/>
              </a:spcAft>
              <a:buSzPts val="1000"/>
              <a:buChar char="■"/>
              <a:defRPr/>
            </a:lvl3pPr>
            <a:lvl4pPr marL="1828800" lvl="3" indent="-292100">
              <a:lnSpc>
                <a:spcPct val="100000"/>
              </a:lnSpc>
              <a:spcBef>
                <a:spcPts val="0"/>
              </a:spcBef>
              <a:spcAft>
                <a:spcPts val="0"/>
              </a:spcAft>
              <a:buSzPts val="1000"/>
              <a:buChar char="●"/>
              <a:defRPr/>
            </a:lvl4pPr>
            <a:lvl5pPr marL="2286000" lvl="4" indent="-292100">
              <a:lnSpc>
                <a:spcPct val="100000"/>
              </a:lnSpc>
              <a:spcBef>
                <a:spcPts val="0"/>
              </a:spcBef>
              <a:spcAft>
                <a:spcPts val="0"/>
              </a:spcAft>
              <a:buSzPts val="1000"/>
              <a:buChar char="○"/>
              <a:defRPr/>
            </a:lvl5pPr>
            <a:lvl6pPr marL="2743200" lvl="5" indent="-292100">
              <a:lnSpc>
                <a:spcPct val="100000"/>
              </a:lnSpc>
              <a:spcBef>
                <a:spcPts val="0"/>
              </a:spcBef>
              <a:spcAft>
                <a:spcPts val="0"/>
              </a:spcAft>
              <a:buSzPts val="1000"/>
              <a:buChar char="■"/>
              <a:defRPr/>
            </a:lvl6pPr>
            <a:lvl7pPr marL="3200400" lvl="6" indent="-292100">
              <a:lnSpc>
                <a:spcPct val="100000"/>
              </a:lnSpc>
              <a:spcBef>
                <a:spcPts val="0"/>
              </a:spcBef>
              <a:spcAft>
                <a:spcPts val="0"/>
              </a:spcAft>
              <a:buSzPts val="1000"/>
              <a:buChar char="●"/>
              <a:defRPr/>
            </a:lvl7pPr>
            <a:lvl8pPr marL="3657600" lvl="7" indent="-292100">
              <a:lnSpc>
                <a:spcPct val="100000"/>
              </a:lnSpc>
              <a:spcBef>
                <a:spcPts val="0"/>
              </a:spcBef>
              <a:spcAft>
                <a:spcPts val="0"/>
              </a:spcAft>
              <a:buSzPts val="1000"/>
              <a:buChar char="○"/>
              <a:defRPr/>
            </a:lvl8pPr>
            <a:lvl9pPr marL="4114800" lvl="8" indent="-292100">
              <a:lnSpc>
                <a:spcPct val="100000"/>
              </a:lnSpc>
              <a:spcBef>
                <a:spcPts val="0"/>
              </a:spcBef>
              <a:spcAft>
                <a:spcPts val="0"/>
              </a:spcAft>
              <a:buSzPts val="1000"/>
              <a:buChar char="■"/>
              <a:defRPr/>
            </a:lvl9pPr>
          </a:lstStyle>
          <a:p>
            <a:endParaRPr/>
          </a:p>
        </p:txBody>
      </p:sp>
      <p:sp>
        <p:nvSpPr>
          <p:cNvPr id="221" name="Google Shape;221;p41"/>
          <p:cNvSpPr txBox="1">
            <a:spLocks noGrp="1"/>
          </p:cNvSpPr>
          <p:nvPr>
            <p:ph type="body" idx="2"/>
          </p:nvPr>
        </p:nvSpPr>
        <p:spPr>
          <a:xfrm>
            <a:off x="196951" y="196725"/>
            <a:ext cx="18606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SzPts val="800"/>
              <a:buChar char="●"/>
              <a:defRPr sz="800"/>
            </a:lvl1pPr>
            <a:lvl2pPr marL="914400" lvl="1" indent="-279400">
              <a:spcBef>
                <a:spcPts val="0"/>
              </a:spcBef>
              <a:spcAft>
                <a:spcPts val="0"/>
              </a:spcAft>
              <a:buSzPts val="800"/>
              <a:buChar char="○"/>
              <a:defRPr/>
            </a:lvl2pPr>
            <a:lvl3pPr marL="1371600" lvl="2" indent="-279400">
              <a:spcBef>
                <a:spcPts val="0"/>
              </a:spcBef>
              <a:spcAft>
                <a:spcPts val="0"/>
              </a:spcAft>
              <a:buSzPts val="800"/>
              <a:buChar char="■"/>
              <a:defRPr sz="800"/>
            </a:lvl3pPr>
            <a:lvl4pPr marL="1828800" lvl="3" indent="-279400">
              <a:spcBef>
                <a:spcPts val="0"/>
              </a:spcBef>
              <a:spcAft>
                <a:spcPts val="0"/>
              </a:spcAft>
              <a:buSzPts val="800"/>
              <a:buChar char="●"/>
              <a:defRPr sz="800"/>
            </a:lvl4pPr>
            <a:lvl5pPr marL="2286000" lvl="4" indent="-279400">
              <a:spcBef>
                <a:spcPts val="0"/>
              </a:spcBef>
              <a:spcAft>
                <a:spcPts val="0"/>
              </a:spcAft>
              <a:buSzPts val="800"/>
              <a:buChar char="○"/>
              <a:defRPr sz="800"/>
            </a:lvl5pPr>
            <a:lvl6pPr marL="2743200" lvl="5" indent="-279400">
              <a:spcBef>
                <a:spcPts val="0"/>
              </a:spcBef>
              <a:spcAft>
                <a:spcPts val="0"/>
              </a:spcAft>
              <a:buSzPts val="800"/>
              <a:buChar char="■"/>
              <a:defRPr sz="800"/>
            </a:lvl6pPr>
            <a:lvl7pPr marL="3200400" lvl="6" indent="-279400">
              <a:spcBef>
                <a:spcPts val="0"/>
              </a:spcBef>
              <a:spcAft>
                <a:spcPts val="0"/>
              </a:spcAft>
              <a:buSzPts val="800"/>
              <a:buChar char="●"/>
              <a:defRPr sz="800"/>
            </a:lvl7pPr>
            <a:lvl8pPr marL="3657600" lvl="7" indent="-279400">
              <a:spcBef>
                <a:spcPts val="0"/>
              </a:spcBef>
              <a:spcAft>
                <a:spcPts val="0"/>
              </a:spcAft>
              <a:buSzPts val="800"/>
              <a:buChar char="○"/>
              <a:defRPr sz="800"/>
            </a:lvl8pPr>
            <a:lvl9pPr marL="4114800" lvl="8" indent="-279400">
              <a:spcBef>
                <a:spcPts val="0"/>
              </a:spcBef>
              <a:spcAft>
                <a:spcPts val="0"/>
              </a:spcAft>
              <a:buSzPts val="800"/>
              <a:buChar char="■"/>
              <a:defRPr sz="800"/>
            </a:lvl9pPr>
          </a:lstStyle>
          <a:p>
            <a:endParaRPr/>
          </a:p>
        </p:txBody>
      </p:sp>
      <p:sp>
        <p:nvSpPr>
          <p:cNvPr id="222" name="Google Shape;222;p41"/>
          <p:cNvSpPr txBox="1">
            <a:spLocks noGrp="1"/>
          </p:cNvSpPr>
          <p:nvPr>
            <p:ph type="body" idx="3"/>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lt1"/>
              </a:buClr>
              <a:buSzPts val="800"/>
              <a:buChar char="●"/>
              <a:defRPr sz="800">
                <a:solidFill>
                  <a:schemeClr val="lt1"/>
                </a:solidFill>
              </a:defRPr>
            </a:lvl1pPr>
            <a:lvl2pPr marL="914400" lvl="1" indent="-279400" algn="r">
              <a:spcBef>
                <a:spcPts val="0"/>
              </a:spcBef>
              <a:spcAft>
                <a:spcPts val="0"/>
              </a:spcAft>
              <a:buClr>
                <a:schemeClr val="lt1"/>
              </a:buClr>
              <a:buSzPts val="800"/>
              <a:buChar char="○"/>
              <a:defRPr>
                <a:solidFill>
                  <a:schemeClr val="lt1"/>
                </a:solidFill>
              </a:defRPr>
            </a:lvl2pPr>
            <a:lvl3pPr marL="1371600" lvl="2" indent="-279400" algn="r">
              <a:spcBef>
                <a:spcPts val="0"/>
              </a:spcBef>
              <a:spcAft>
                <a:spcPts val="0"/>
              </a:spcAft>
              <a:buClr>
                <a:schemeClr val="lt1"/>
              </a:buClr>
              <a:buSzPts val="800"/>
              <a:buChar char="■"/>
              <a:defRPr sz="800">
                <a:solidFill>
                  <a:schemeClr val="lt1"/>
                </a:solidFill>
              </a:defRPr>
            </a:lvl3pPr>
            <a:lvl4pPr marL="1828800" lvl="3" indent="-279400" algn="r">
              <a:spcBef>
                <a:spcPts val="0"/>
              </a:spcBef>
              <a:spcAft>
                <a:spcPts val="0"/>
              </a:spcAft>
              <a:buClr>
                <a:schemeClr val="lt1"/>
              </a:buClr>
              <a:buSzPts val="800"/>
              <a:buChar char="●"/>
              <a:defRPr sz="800">
                <a:solidFill>
                  <a:schemeClr val="lt1"/>
                </a:solidFill>
              </a:defRPr>
            </a:lvl4pPr>
            <a:lvl5pPr marL="2286000" lvl="4" indent="-279400" algn="r">
              <a:spcBef>
                <a:spcPts val="0"/>
              </a:spcBef>
              <a:spcAft>
                <a:spcPts val="0"/>
              </a:spcAft>
              <a:buClr>
                <a:schemeClr val="lt1"/>
              </a:buClr>
              <a:buSzPts val="800"/>
              <a:buChar char="○"/>
              <a:defRPr sz="800">
                <a:solidFill>
                  <a:schemeClr val="lt1"/>
                </a:solidFill>
              </a:defRPr>
            </a:lvl5pPr>
            <a:lvl6pPr marL="2743200" lvl="5" indent="-279400" algn="r">
              <a:spcBef>
                <a:spcPts val="0"/>
              </a:spcBef>
              <a:spcAft>
                <a:spcPts val="0"/>
              </a:spcAft>
              <a:buClr>
                <a:schemeClr val="lt1"/>
              </a:buClr>
              <a:buSzPts val="800"/>
              <a:buChar char="■"/>
              <a:defRPr sz="800">
                <a:solidFill>
                  <a:schemeClr val="lt1"/>
                </a:solidFill>
              </a:defRPr>
            </a:lvl6pPr>
            <a:lvl7pPr marL="3200400" lvl="6" indent="-279400" algn="r">
              <a:spcBef>
                <a:spcPts val="0"/>
              </a:spcBef>
              <a:spcAft>
                <a:spcPts val="0"/>
              </a:spcAft>
              <a:buClr>
                <a:schemeClr val="lt1"/>
              </a:buClr>
              <a:buSzPts val="800"/>
              <a:buChar char="●"/>
              <a:defRPr sz="800">
                <a:solidFill>
                  <a:schemeClr val="lt1"/>
                </a:solidFill>
              </a:defRPr>
            </a:lvl7pPr>
            <a:lvl8pPr marL="3657600" lvl="7" indent="-279400" algn="r">
              <a:spcBef>
                <a:spcPts val="0"/>
              </a:spcBef>
              <a:spcAft>
                <a:spcPts val="0"/>
              </a:spcAft>
              <a:buClr>
                <a:schemeClr val="lt1"/>
              </a:buClr>
              <a:buSzPts val="800"/>
              <a:buChar char="○"/>
              <a:defRPr sz="800">
                <a:solidFill>
                  <a:schemeClr val="lt1"/>
                </a:solidFill>
              </a:defRPr>
            </a:lvl8pPr>
            <a:lvl9pPr marL="4114800" lvl="8" indent="-279400" algn="r">
              <a:spcBef>
                <a:spcPts val="0"/>
              </a:spcBef>
              <a:spcAft>
                <a:spcPts val="0"/>
              </a:spcAft>
              <a:buClr>
                <a:schemeClr val="lt1"/>
              </a:buClr>
              <a:buSzPts val="800"/>
              <a:buChar char="■"/>
              <a:defRPr sz="800">
                <a:solidFill>
                  <a:schemeClr val="lt1"/>
                </a:solidFill>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Appendix">
  <p:cSld name="CAPTION_ONLY">
    <p:bg>
      <p:bgPr>
        <a:solidFill>
          <a:schemeClr val="lt2"/>
        </a:solidFill>
        <a:effectLst/>
      </p:bgPr>
    </p:bg>
    <p:spTree>
      <p:nvGrpSpPr>
        <p:cNvPr id="1" name="Shape 223"/>
        <p:cNvGrpSpPr/>
        <p:nvPr/>
      </p:nvGrpSpPr>
      <p:grpSpPr>
        <a:xfrm>
          <a:off x="0" y="0"/>
          <a:ext cx="0" cy="0"/>
          <a:chOff x="0" y="0"/>
          <a:chExt cx="0" cy="0"/>
        </a:xfrm>
      </p:grpSpPr>
      <p:sp>
        <p:nvSpPr>
          <p:cNvPr id="224" name="Google Shape;22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225" name="Google Shape;225;p42"/>
          <p:cNvSpPr txBox="1">
            <a:spLocks noGrp="1"/>
          </p:cNvSpPr>
          <p:nvPr>
            <p:ph type="body" idx="1"/>
          </p:nvPr>
        </p:nvSpPr>
        <p:spPr>
          <a:xfrm>
            <a:off x="203000" y="891450"/>
            <a:ext cx="2644800" cy="429000"/>
          </a:xfrm>
          <a:prstGeom prst="rect">
            <a:avLst/>
          </a:prstGeom>
        </p:spPr>
        <p:txBody>
          <a:bodyPr spcFirstLastPara="1" wrap="square" lIns="91425" tIns="91425" rIns="91425" bIns="91425" anchor="ctr" anchorCtr="0">
            <a:no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26" name="Google Shape;226;p42"/>
          <p:cNvSpPr txBox="1">
            <a:spLocks noGrp="1"/>
          </p:cNvSpPr>
          <p:nvPr>
            <p:ph type="body" idx="2"/>
          </p:nvPr>
        </p:nvSpPr>
        <p:spPr>
          <a:xfrm>
            <a:off x="203000" y="13204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27" name="Google Shape;227;p42"/>
          <p:cNvSpPr txBox="1">
            <a:spLocks noGrp="1"/>
          </p:cNvSpPr>
          <p:nvPr>
            <p:ph type="body" idx="3"/>
          </p:nvPr>
        </p:nvSpPr>
        <p:spPr>
          <a:xfrm>
            <a:off x="203000" y="15886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28" name="Google Shape;228;p42"/>
          <p:cNvSpPr txBox="1">
            <a:spLocks noGrp="1"/>
          </p:cNvSpPr>
          <p:nvPr>
            <p:ph type="body" idx="4"/>
          </p:nvPr>
        </p:nvSpPr>
        <p:spPr>
          <a:xfrm>
            <a:off x="203000" y="22065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29" name="Google Shape;229;p42"/>
          <p:cNvSpPr txBox="1">
            <a:spLocks noGrp="1"/>
          </p:cNvSpPr>
          <p:nvPr>
            <p:ph type="body" idx="5"/>
          </p:nvPr>
        </p:nvSpPr>
        <p:spPr>
          <a:xfrm>
            <a:off x="203000" y="26355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30" name="Google Shape;230;p42"/>
          <p:cNvSpPr txBox="1">
            <a:spLocks noGrp="1"/>
          </p:cNvSpPr>
          <p:nvPr>
            <p:ph type="body" idx="6"/>
          </p:nvPr>
        </p:nvSpPr>
        <p:spPr>
          <a:xfrm>
            <a:off x="203000" y="29037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31" name="Google Shape;231;p42"/>
          <p:cNvSpPr txBox="1">
            <a:spLocks noGrp="1"/>
          </p:cNvSpPr>
          <p:nvPr>
            <p:ph type="body" idx="7"/>
          </p:nvPr>
        </p:nvSpPr>
        <p:spPr>
          <a:xfrm>
            <a:off x="203000" y="3433400"/>
            <a:ext cx="2644800" cy="429000"/>
          </a:xfrm>
          <a:prstGeom prst="rect">
            <a:avLst/>
          </a:prstGeom>
        </p:spPr>
        <p:txBody>
          <a:bodyPr spcFirstLastPara="1" wrap="square" lIns="91425" tIns="91425" rIns="91425" bIns="91425" anchor="ctr" anchorCtr="0">
            <a:no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32" name="Google Shape;232;p42"/>
          <p:cNvSpPr txBox="1">
            <a:spLocks noGrp="1"/>
          </p:cNvSpPr>
          <p:nvPr>
            <p:ph type="body" idx="8"/>
          </p:nvPr>
        </p:nvSpPr>
        <p:spPr>
          <a:xfrm>
            <a:off x="203000" y="386240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33" name="Google Shape;233;p42"/>
          <p:cNvSpPr txBox="1">
            <a:spLocks noGrp="1"/>
          </p:cNvSpPr>
          <p:nvPr>
            <p:ph type="body" idx="9"/>
          </p:nvPr>
        </p:nvSpPr>
        <p:spPr>
          <a:xfrm>
            <a:off x="203000" y="413060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34" name="Google Shape;234;p42"/>
          <p:cNvSpPr txBox="1">
            <a:spLocks noGrp="1"/>
          </p:cNvSpPr>
          <p:nvPr>
            <p:ph type="body" idx="13"/>
          </p:nvPr>
        </p:nvSpPr>
        <p:spPr>
          <a:xfrm>
            <a:off x="3249600" y="8914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35" name="Google Shape;235;p42"/>
          <p:cNvSpPr txBox="1">
            <a:spLocks noGrp="1"/>
          </p:cNvSpPr>
          <p:nvPr>
            <p:ph type="body" idx="14"/>
          </p:nvPr>
        </p:nvSpPr>
        <p:spPr>
          <a:xfrm>
            <a:off x="3249600" y="13204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36" name="Google Shape;236;p42"/>
          <p:cNvSpPr txBox="1">
            <a:spLocks noGrp="1"/>
          </p:cNvSpPr>
          <p:nvPr>
            <p:ph type="body" idx="15"/>
          </p:nvPr>
        </p:nvSpPr>
        <p:spPr>
          <a:xfrm>
            <a:off x="3249600" y="15886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37" name="Google Shape;237;p42"/>
          <p:cNvSpPr txBox="1">
            <a:spLocks noGrp="1"/>
          </p:cNvSpPr>
          <p:nvPr>
            <p:ph type="body" idx="16"/>
          </p:nvPr>
        </p:nvSpPr>
        <p:spPr>
          <a:xfrm>
            <a:off x="3249600" y="22065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38" name="Google Shape;238;p42"/>
          <p:cNvSpPr txBox="1">
            <a:spLocks noGrp="1"/>
          </p:cNvSpPr>
          <p:nvPr>
            <p:ph type="body" idx="17"/>
          </p:nvPr>
        </p:nvSpPr>
        <p:spPr>
          <a:xfrm>
            <a:off x="3249600" y="26355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39" name="Google Shape;239;p42"/>
          <p:cNvSpPr txBox="1">
            <a:spLocks noGrp="1"/>
          </p:cNvSpPr>
          <p:nvPr>
            <p:ph type="body" idx="18"/>
          </p:nvPr>
        </p:nvSpPr>
        <p:spPr>
          <a:xfrm>
            <a:off x="3249600" y="29037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40" name="Google Shape;240;p42"/>
          <p:cNvSpPr txBox="1">
            <a:spLocks noGrp="1"/>
          </p:cNvSpPr>
          <p:nvPr>
            <p:ph type="body" idx="19"/>
          </p:nvPr>
        </p:nvSpPr>
        <p:spPr>
          <a:xfrm>
            <a:off x="3249600" y="3433400"/>
            <a:ext cx="2644800" cy="429000"/>
          </a:xfrm>
          <a:prstGeom prst="rect">
            <a:avLst/>
          </a:prstGeom>
        </p:spPr>
        <p:txBody>
          <a:bodyPr spcFirstLastPara="1" wrap="square" lIns="91425" tIns="91425" rIns="91425" bIns="91425" anchor="ctr" anchorCtr="0">
            <a:no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41" name="Google Shape;241;p42"/>
          <p:cNvSpPr txBox="1">
            <a:spLocks noGrp="1"/>
          </p:cNvSpPr>
          <p:nvPr>
            <p:ph type="body" idx="20"/>
          </p:nvPr>
        </p:nvSpPr>
        <p:spPr>
          <a:xfrm>
            <a:off x="3249600" y="3862400"/>
            <a:ext cx="2644800" cy="2682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42" name="Google Shape;242;p42"/>
          <p:cNvSpPr txBox="1">
            <a:spLocks noGrp="1"/>
          </p:cNvSpPr>
          <p:nvPr>
            <p:ph type="body" idx="21"/>
          </p:nvPr>
        </p:nvSpPr>
        <p:spPr>
          <a:xfrm>
            <a:off x="3249600" y="413060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43" name="Google Shape;243;p42"/>
          <p:cNvSpPr txBox="1">
            <a:spLocks noGrp="1"/>
          </p:cNvSpPr>
          <p:nvPr>
            <p:ph type="body" idx="22"/>
          </p:nvPr>
        </p:nvSpPr>
        <p:spPr>
          <a:xfrm>
            <a:off x="6296200" y="8914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44" name="Google Shape;244;p42"/>
          <p:cNvSpPr txBox="1">
            <a:spLocks noGrp="1"/>
          </p:cNvSpPr>
          <p:nvPr>
            <p:ph type="body" idx="23"/>
          </p:nvPr>
        </p:nvSpPr>
        <p:spPr>
          <a:xfrm>
            <a:off x="6296200" y="13204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45" name="Google Shape;245;p42"/>
          <p:cNvSpPr txBox="1">
            <a:spLocks noGrp="1"/>
          </p:cNvSpPr>
          <p:nvPr>
            <p:ph type="body" idx="24"/>
          </p:nvPr>
        </p:nvSpPr>
        <p:spPr>
          <a:xfrm>
            <a:off x="6296200" y="15886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46" name="Google Shape;246;p42"/>
          <p:cNvSpPr txBox="1">
            <a:spLocks noGrp="1"/>
          </p:cNvSpPr>
          <p:nvPr>
            <p:ph type="body" idx="25"/>
          </p:nvPr>
        </p:nvSpPr>
        <p:spPr>
          <a:xfrm>
            <a:off x="6296200" y="2206550"/>
            <a:ext cx="2644800" cy="429000"/>
          </a:xfrm>
          <a:prstGeom prst="rect">
            <a:avLst/>
          </a:prstGeom>
        </p:spPr>
        <p:txBody>
          <a:bodyPr spcFirstLastPara="1" wrap="square" lIns="91425" tIns="91425" rIns="91425" bIns="91425" anchor="ctr" anchorCtr="0">
            <a:norm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47" name="Google Shape;247;p42"/>
          <p:cNvSpPr txBox="1">
            <a:spLocks noGrp="1"/>
          </p:cNvSpPr>
          <p:nvPr>
            <p:ph type="body" idx="26"/>
          </p:nvPr>
        </p:nvSpPr>
        <p:spPr>
          <a:xfrm>
            <a:off x="6296200" y="2635550"/>
            <a:ext cx="2644800" cy="268200"/>
          </a:xfrm>
          <a:prstGeom prst="rect">
            <a:avLst/>
          </a:prstGeom>
        </p:spPr>
        <p:txBody>
          <a:bodyPr spcFirstLastPara="1" wrap="square" lIns="91425" tIns="91425" rIns="91425" bIns="91425" anchor="t" anchorCtr="0">
            <a:norm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48" name="Google Shape;248;p42"/>
          <p:cNvSpPr txBox="1">
            <a:spLocks noGrp="1"/>
          </p:cNvSpPr>
          <p:nvPr>
            <p:ph type="body" idx="27"/>
          </p:nvPr>
        </p:nvSpPr>
        <p:spPr>
          <a:xfrm>
            <a:off x="6296200" y="2903750"/>
            <a:ext cx="2644800" cy="268200"/>
          </a:xfrm>
          <a:prstGeom prst="rect">
            <a:avLst/>
          </a:prstGeom>
        </p:spPr>
        <p:txBody>
          <a:bodyPr spcFirstLastPara="1" wrap="square" lIns="91425" tIns="91425" rIns="91425" bIns="91425" anchor="t" anchorCtr="0">
            <a:norm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49" name="Google Shape;249;p42"/>
          <p:cNvSpPr txBox="1">
            <a:spLocks noGrp="1"/>
          </p:cNvSpPr>
          <p:nvPr>
            <p:ph type="body" idx="28"/>
          </p:nvPr>
        </p:nvSpPr>
        <p:spPr>
          <a:xfrm>
            <a:off x="6296200" y="3433400"/>
            <a:ext cx="2644800" cy="429000"/>
          </a:xfrm>
          <a:prstGeom prst="rect">
            <a:avLst/>
          </a:prstGeom>
        </p:spPr>
        <p:txBody>
          <a:bodyPr spcFirstLastPara="1" wrap="square" lIns="91425" tIns="91425" rIns="91425" bIns="91425" anchor="ctr" anchorCtr="0">
            <a:noAutofit/>
          </a:bodyPr>
          <a:lstStyle>
            <a:lvl1pPr marL="457200" lvl="0"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50" name="Google Shape;250;p42"/>
          <p:cNvSpPr txBox="1">
            <a:spLocks noGrp="1"/>
          </p:cNvSpPr>
          <p:nvPr>
            <p:ph type="body" idx="29"/>
          </p:nvPr>
        </p:nvSpPr>
        <p:spPr>
          <a:xfrm>
            <a:off x="6296200" y="3862400"/>
            <a:ext cx="2644800" cy="268200"/>
          </a:xfrm>
          <a:prstGeom prst="rect">
            <a:avLst/>
          </a:prstGeom>
        </p:spPr>
        <p:txBody>
          <a:bodyPr spcFirstLastPara="1" wrap="square" lIns="91425" tIns="91425" rIns="91425" bIns="91425" anchor="t" anchorCtr="0">
            <a:noAutofit/>
          </a:bodyPr>
          <a:lstStyle>
            <a:lvl1pPr marL="457200" lvl="0" indent="-292100">
              <a:lnSpc>
                <a:spcPct val="100000"/>
              </a:lnSpc>
              <a:spcBef>
                <a:spcPts val="0"/>
              </a:spcBef>
              <a:spcAft>
                <a:spcPts val="0"/>
              </a:spcAft>
              <a:buSzPts val="1000"/>
              <a:buChar char="●"/>
              <a:defRPr/>
            </a:lvl1pPr>
            <a:lvl2pPr marL="914400" lvl="1"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marL="1371600" lvl="2"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marL="1828800" lvl="3"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marL="2286000" lvl="4"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marL="2743200" lvl="5"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marL="3200400" lvl="6"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marL="3657600" lvl="7"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marL="4114800" lvl="8" indent="-3429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a:endParaRPr/>
          </a:p>
        </p:txBody>
      </p:sp>
      <p:sp>
        <p:nvSpPr>
          <p:cNvPr id="251" name="Google Shape;251;p42"/>
          <p:cNvSpPr txBox="1">
            <a:spLocks noGrp="1"/>
          </p:cNvSpPr>
          <p:nvPr>
            <p:ph type="body" idx="30"/>
          </p:nvPr>
        </p:nvSpPr>
        <p:spPr>
          <a:xfrm>
            <a:off x="6296200" y="4130600"/>
            <a:ext cx="2644800" cy="268200"/>
          </a:xfrm>
          <a:prstGeom prst="rect">
            <a:avLst/>
          </a:prstGeom>
        </p:spPr>
        <p:txBody>
          <a:bodyPr spcFirstLastPara="1" wrap="square" lIns="91425" tIns="91425" rIns="91425" bIns="91425" anchor="t" anchorCtr="0">
            <a:noAutofit/>
          </a:bodyPr>
          <a:lstStyle>
            <a:lvl1pPr marL="457200" lvl="0" indent="-279400">
              <a:lnSpc>
                <a:spcPct val="100000"/>
              </a:lnSpc>
              <a:spcBef>
                <a:spcPts val="0"/>
              </a:spcBef>
              <a:spcAft>
                <a:spcPts val="0"/>
              </a:spcAft>
              <a:buSzPts val="800"/>
              <a:buChar char="●"/>
              <a:defRPr sz="800"/>
            </a:lvl1pPr>
            <a:lvl2pPr marL="914400" lvl="1" indent="-279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marL="1371600" lvl="2"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marL="1828800" lvl="3"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marL="2286000" lvl="4"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marL="2743200" lvl="5"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marL="3200400" lvl="6"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marL="3657600" lvl="7"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marL="4114800" lvl="8" indent="-279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a:endParaRPr/>
          </a:p>
        </p:txBody>
      </p:sp>
      <p:sp>
        <p:nvSpPr>
          <p:cNvPr id="252" name="Google Shape;252;p42"/>
          <p:cNvSpPr txBox="1">
            <a:spLocks noGrp="1"/>
          </p:cNvSpPr>
          <p:nvPr>
            <p:ph type="body" idx="31"/>
          </p:nvPr>
        </p:nvSpPr>
        <p:spPr>
          <a:xfrm>
            <a:off x="196951" y="196725"/>
            <a:ext cx="18606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SzPts val="800"/>
              <a:buChar char="●"/>
              <a:defRPr sz="800"/>
            </a:lvl1pPr>
            <a:lvl2pPr marL="914400" lvl="1" indent="-279400">
              <a:spcBef>
                <a:spcPts val="0"/>
              </a:spcBef>
              <a:spcAft>
                <a:spcPts val="0"/>
              </a:spcAft>
              <a:buSzPts val="800"/>
              <a:buChar char="○"/>
              <a:defRPr/>
            </a:lvl2pPr>
            <a:lvl3pPr marL="1371600" lvl="2" indent="-279400">
              <a:spcBef>
                <a:spcPts val="0"/>
              </a:spcBef>
              <a:spcAft>
                <a:spcPts val="0"/>
              </a:spcAft>
              <a:buSzPts val="800"/>
              <a:buChar char="■"/>
              <a:defRPr sz="800"/>
            </a:lvl3pPr>
            <a:lvl4pPr marL="1828800" lvl="3" indent="-279400">
              <a:spcBef>
                <a:spcPts val="0"/>
              </a:spcBef>
              <a:spcAft>
                <a:spcPts val="0"/>
              </a:spcAft>
              <a:buSzPts val="800"/>
              <a:buChar char="●"/>
              <a:defRPr sz="800"/>
            </a:lvl4pPr>
            <a:lvl5pPr marL="2286000" lvl="4" indent="-279400">
              <a:spcBef>
                <a:spcPts val="0"/>
              </a:spcBef>
              <a:spcAft>
                <a:spcPts val="0"/>
              </a:spcAft>
              <a:buSzPts val="800"/>
              <a:buChar char="○"/>
              <a:defRPr sz="800"/>
            </a:lvl5pPr>
            <a:lvl6pPr marL="2743200" lvl="5" indent="-279400">
              <a:spcBef>
                <a:spcPts val="0"/>
              </a:spcBef>
              <a:spcAft>
                <a:spcPts val="0"/>
              </a:spcAft>
              <a:buSzPts val="800"/>
              <a:buChar char="■"/>
              <a:defRPr sz="800"/>
            </a:lvl6pPr>
            <a:lvl7pPr marL="3200400" lvl="6" indent="-279400">
              <a:spcBef>
                <a:spcPts val="0"/>
              </a:spcBef>
              <a:spcAft>
                <a:spcPts val="0"/>
              </a:spcAft>
              <a:buSzPts val="800"/>
              <a:buChar char="●"/>
              <a:defRPr sz="800"/>
            </a:lvl7pPr>
            <a:lvl8pPr marL="3657600" lvl="7" indent="-279400">
              <a:spcBef>
                <a:spcPts val="0"/>
              </a:spcBef>
              <a:spcAft>
                <a:spcPts val="0"/>
              </a:spcAft>
              <a:buSzPts val="800"/>
              <a:buChar char="○"/>
              <a:defRPr sz="800"/>
            </a:lvl8pPr>
            <a:lvl9pPr marL="4114800" lvl="8" indent="-279400">
              <a:spcBef>
                <a:spcPts val="0"/>
              </a:spcBef>
              <a:spcAft>
                <a:spcPts val="0"/>
              </a:spcAft>
              <a:buSzPts val="800"/>
              <a:buChar char="■"/>
              <a:defRPr sz="800"/>
            </a:lvl9pPr>
          </a:lstStyle>
          <a:p>
            <a:endParaRPr/>
          </a:p>
        </p:txBody>
      </p:sp>
      <p:sp>
        <p:nvSpPr>
          <p:cNvPr id="253" name="Google Shape;253;p42"/>
          <p:cNvSpPr txBox="1">
            <a:spLocks noGrp="1"/>
          </p:cNvSpPr>
          <p:nvPr>
            <p:ph type="body" idx="32"/>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SzPts val="800"/>
              <a:buChar char="●"/>
              <a:defRPr sz="800"/>
            </a:lvl1pPr>
            <a:lvl2pPr marL="914400" lvl="1" indent="-279400" algn="r">
              <a:spcBef>
                <a:spcPts val="0"/>
              </a:spcBef>
              <a:spcAft>
                <a:spcPts val="0"/>
              </a:spcAft>
              <a:buSzPts val="800"/>
              <a:buChar char="○"/>
              <a:defRPr/>
            </a:lvl2pPr>
            <a:lvl3pPr marL="1371600" lvl="2" indent="-279400" algn="r">
              <a:spcBef>
                <a:spcPts val="0"/>
              </a:spcBef>
              <a:spcAft>
                <a:spcPts val="0"/>
              </a:spcAft>
              <a:buSzPts val="800"/>
              <a:buChar char="■"/>
              <a:defRPr sz="800"/>
            </a:lvl3pPr>
            <a:lvl4pPr marL="1828800" lvl="3" indent="-279400" algn="r">
              <a:spcBef>
                <a:spcPts val="0"/>
              </a:spcBef>
              <a:spcAft>
                <a:spcPts val="0"/>
              </a:spcAft>
              <a:buSzPts val="800"/>
              <a:buChar char="●"/>
              <a:defRPr sz="800"/>
            </a:lvl4pPr>
            <a:lvl5pPr marL="2286000" lvl="4" indent="-279400" algn="r">
              <a:spcBef>
                <a:spcPts val="0"/>
              </a:spcBef>
              <a:spcAft>
                <a:spcPts val="0"/>
              </a:spcAft>
              <a:buSzPts val="800"/>
              <a:buChar char="○"/>
              <a:defRPr sz="800"/>
            </a:lvl5pPr>
            <a:lvl6pPr marL="2743200" lvl="5" indent="-279400" algn="r">
              <a:spcBef>
                <a:spcPts val="0"/>
              </a:spcBef>
              <a:spcAft>
                <a:spcPts val="0"/>
              </a:spcAft>
              <a:buSzPts val="800"/>
              <a:buChar char="■"/>
              <a:defRPr sz="800"/>
            </a:lvl6pPr>
            <a:lvl7pPr marL="3200400" lvl="6" indent="-279400" algn="r">
              <a:spcBef>
                <a:spcPts val="0"/>
              </a:spcBef>
              <a:spcAft>
                <a:spcPts val="0"/>
              </a:spcAft>
              <a:buSzPts val="800"/>
              <a:buChar char="●"/>
              <a:defRPr sz="800"/>
            </a:lvl7pPr>
            <a:lvl8pPr marL="3657600" lvl="7" indent="-279400" algn="r">
              <a:spcBef>
                <a:spcPts val="0"/>
              </a:spcBef>
              <a:spcAft>
                <a:spcPts val="0"/>
              </a:spcAft>
              <a:buSzPts val="800"/>
              <a:buChar char="○"/>
              <a:defRPr sz="800"/>
            </a:lvl8pPr>
            <a:lvl9pPr marL="4114800" lvl="8" indent="-279400" algn="r">
              <a:spcBef>
                <a:spcPts val="0"/>
              </a:spcBef>
              <a:spcAft>
                <a:spcPts val="0"/>
              </a:spcAft>
              <a:buSzPts val="800"/>
              <a:buChar char="■"/>
              <a:defRPr sz="8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ustom blank">
  <p:cSld name="CUSTOM">
    <p:spTree>
      <p:nvGrpSpPr>
        <p:cNvPr id="1" name="Shape 254"/>
        <p:cNvGrpSpPr/>
        <p:nvPr/>
      </p:nvGrpSpPr>
      <p:grpSpPr>
        <a:xfrm>
          <a:off x="0" y="0"/>
          <a:ext cx="0" cy="0"/>
          <a:chOff x="0" y="0"/>
          <a:chExt cx="0" cy="0"/>
        </a:xfrm>
      </p:grpSpPr>
      <p:sp>
        <p:nvSpPr>
          <p:cNvPr id="255" name="Google Shape;255;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6" name="Google Shape;256;p43"/>
          <p:cNvSpPr txBox="1">
            <a:spLocks noGrp="1"/>
          </p:cNvSpPr>
          <p:nvPr>
            <p:ph type="body" idx="1"/>
          </p:nvPr>
        </p:nvSpPr>
        <p:spPr>
          <a:xfrm>
            <a:off x="196951" y="196725"/>
            <a:ext cx="1860300" cy="209100"/>
          </a:xfrm>
          <a:prstGeom prst="rect">
            <a:avLst/>
          </a:prstGeom>
        </p:spPr>
        <p:txBody>
          <a:bodyPr spcFirstLastPara="1" wrap="square" lIns="91425" tIns="91425" rIns="91425" bIns="91425" anchor="ctr" anchorCtr="0">
            <a:noAutofit/>
          </a:bodyPr>
          <a:lstStyle>
            <a:lvl1pPr marL="457200" lvl="0" indent="-279400">
              <a:spcBef>
                <a:spcPts val="0"/>
              </a:spcBef>
              <a:spcAft>
                <a:spcPts val="0"/>
              </a:spcAft>
              <a:buClr>
                <a:schemeClr val="dk1"/>
              </a:buClr>
              <a:buSzPts val="800"/>
              <a:buChar char="●"/>
              <a:defRPr sz="800">
                <a:solidFill>
                  <a:schemeClr val="dk1"/>
                </a:solidFill>
              </a:defRPr>
            </a:lvl1pPr>
            <a:lvl2pPr marL="914400" lvl="1" indent="-279400">
              <a:spcBef>
                <a:spcPts val="0"/>
              </a:spcBef>
              <a:spcAft>
                <a:spcPts val="0"/>
              </a:spcAft>
              <a:buClr>
                <a:schemeClr val="dk1"/>
              </a:buClr>
              <a:buSzPts val="800"/>
              <a:buChar char="○"/>
              <a:defRPr>
                <a:solidFill>
                  <a:schemeClr val="dk1"/>
                </a:solidFill>
              </a:defRPr>
            </a:lvl2pPr>
            <a:lvl3pPr marL="1371600" lvl="2" indent="-279400">
              <a:spcBef>
                <a:spcPts val="0"/>
              </a:spcBef>
              <a:spcAft>
                <a:spcPts val="0"/>
              </a:spcAft>
              <a:buClr>
                <a:schemeClr val="dk1"/>
              </a:buClr>
              <a:buSzPts val="800"/>
              <a:buChar char="■"/>
              <a:defRPr sz="800">
                <a:solidFill>
                  <a:schemeClr val="dk1"/>
                </a:solidFill>
              </a:defRPr>
            </a:lvl3pPr>
            <a:lvl4pPr marL="1828800" lvl="3" indent="-279400">
              <a:spcBef>
                <a:spcPts val="0"/>
              </a:spcBef>
              <a:spcAft>
                <a:spcPts val="0"/>
              </a:spcAft>
              <a:buClr>
                <a:schemeClr val="dk1"/>
              </a:buClr>
              <a:buSzPts val="800"/>
              <a:buChar char="●"/>
              <a:defRPr sz="800">
                <a:solidFill>
                  <a:schemeClr val="dk1"/>
                </a:solidFill>
              </a:defRPr>
            </a:lvl4pPr>
            <a:lvl5pPr marL="2286000" lvl="4" indent="-279400">
              <a:spcBef>
                <a:spcPts val="0"/>
              </a:spcBef>
              <a:spcAft>
                <a:spcPts val="0"/>
              </a:spcAft>
              <a:buClr>
                <a:schemeClr val="dk1"/>
              </a:buClr>
              <a:buSzPts val="800"/>
              <a:buChar char="○"/>
              <a:defRPr sz="800">
                <a:solidFill>
                  <a:schemeClr val="dk1"/>
                </a:solidFill>
              </a:defRPr>
            </a:lvl5pPr>
            <a:lvl6pPr marL="2743200" lvl="5" indent="-279400">
              <a:spcBef>
                <a:spcPts val="0"/>
              </a:spcBef>
              <a:spcAft>
                <a:spcPts val="0"/>
              </a:spcAft>
              <a:buClr>
                <a:schemeClr val="dk1"/>
              </a:buClr>
              <a:buSzPts val="800"/>
              <a:buChar char="■"/>
              <a:defRPr sz="800">
                <a:solidFill>
                  <a:schemeClr val="dk1"/>
                </a:solidFill>
              </a:defRPr>
            </a:lvl6pPr>
            <a:lvl7pPr marL="3200400" lvl="6" indent="-279400">
              <a:spcBef>
                <a:spcPts val="0"/>
              </a:spcBef>
              <a:spcAft>
                <a:spcPts val="0"/>
              </a:spcAft>
              <a:buClr>
                <a:schemeClr val="dk1"/>
              </a:buClr>
              <a:buSzPts val="800"/>
              <a:buChar char="●"/>
              <a:defRPr sz="800">
                <a:solidFill>
                  <a:schemeClr val="dk1"/>
                </a:solidFill>
              </a:defRPr>
            </a:lvl7pPr>
            <a:lvl8pPr marL="3657600" lvl="7" indent="-279400">
              <a:spcBef>
                <a:spcPts val="0"/>
              </a:spcBef>
              <a:spcAft>
                <a:spcPts val="0"/>
              </a:spcAft>
              <a:buClr>
                <a:schemeClr val="dk1"/>
              </a:buClr>
              <a:buSzPts val="800"/>
              <a:buChar char="○"/>
              <a:defRPr sz="800">
                <a:solidFill>
                  <a:schemeClr val="dk1"/>
                </a:solidFill>
              </a:defRPr>
            </a:lvl8pPr>
            <a:lvl9pPr marL="4114800" lvl="8" indent="-279400">
              <a:spcBef>
                <a:spcPts val="0"/>
              </a:spcBef>
              <a:spcAft>
                <a:spcPts val="0"/>
              </a:spcAft>
              <a:buClr>
                <a:schemeClr val="dk1"/>
              </a:buClr>
              <a:buSzPts val="800"/>
              <a:buChar char="■"/>
              <a:defRPr sz="800">
                <a:solidFill>
                  <a:schemeClr val="dk1"/>
                </a:solidFill>
              </a:defRPr>
            </a:lvl9pPr>
          </a:lstStyle>
          <a:p>
            <a:endParaRPr/>
          </a:p>
        </p:txBody>
      </p:sp>
      <p:sp>
        <p:nvSpPr>
          <p:cNvPr id="257" name="Google Shape;257;p43"/>
          <p:cNvSpPr txBox="1">
            <a:spLocks noGrp="1"/>
          </p:cNvSpPr>
          <p:nvPr>
            <p:ph type="body" idx="2"/>
          </p:nvPr>
        </p:nvSpPr>
        <p:spPr>
          <a:xfrm>
            <a:off x="7087526" y="196725"/>
            <a:ext cx="1933500" cy="209100"/>
          </a:xfrm>
          <a:prstGeom prst="rect">
            <a:avLst/>
          </a:prstGeom>
        </p:spPr>
        <p:txBody>
          <a:bodyPr spcFirstLastPara="1" wrap="square" lIns="91425" tIns="91425" rIns="91425" bIns="91425" anchor="ctr" anchorCtr="0">
            <a:noAutofit/>
          </a:bodyPr>
          <a:lstStyle>
            <a:lvl1pPr marL="457200" lvl="0" indent="-279400" algn="r">
              <a:spcBef>
                <a:spcPts val="0"/>
              </a:spcBef>
              <a:spcAft>
                <a:spcPts val="0"/>
              </a:spcAft>
              <a:buClr>
                <a:schemeClr val="dk1"/>
              </a:buClr>
              <a:buSzPts val="800"/>
              <a:buChar char="●"/>
              <a:defRPr sz="800">
                <a:solidFill>
                  <a:schemeClr val="dk1"/>
                </a:solidFill>
              </a:defRPr>
            </a:lvl1pPr>
            <a:lvl2pPr marL="914400" lvl="1" indent="-279400" algn="r">
              <a:spcBef>
                <a:spcPts val="0"/>
              </a:spcBef>
              <a:spcAft>
                <a:spcPts val="0"/>
              </a:spcAft>
              <a:buClr>
                <a:schemeClr val="dk1"/>
              </a:buClr>
              <a:buSzPts val="800"/>
              <a:buChar char="○"/>
              <a:defRPr>
                <a:solidFill>
                  <a:schemeClr val="dk1"/>
                </a:solidFill>
              </a:defRPr>
            </a:lvl2pPr>
            <a:lvl3pPr marL="1371600" lvl="2" indent="-279400" algn="r">
              <a:spcBef>
                <a:spcPts val="0"/>
              </a:spcBef>
              <a:spcAft>
                <a:spcPts val="0"/>
              </a:spcAft>
              <a:buClr>
                <a:schemeClr val="dk1"/>
              </a:buClr>
              <a:buSzPts val="800"/>
              <a:buChar char="■"/>
              <a:defRPr sz="800">
                <a:solidFill>
                  <a:schemeClr val="dk1"/>
                </a:solidFill>
              </a:defRPr>
            </a:lvl3pPr>
            <a:lvl4pPr marL="1828800" lvl="3" indent="-279400" algn="r">
              <a:spcBef>
                <a:spcPts val="0"/>
              </a:spcBef>
              <a:spcAft>
                <a:spcPts val="0"/>
              </a:spcAft>
              <a:buClr>
                <a:schemeClr val="dk1"/>
              </a:buClr>
              <a:buSzPts val="800"/>
              <a:buChar char="●"/>
              <a:defRPr sz="800">
                <a:solidFill>
                  <a:schemeClr val="dk1"/>
                </a:solidFill>
              </a:defRPr>
            </a:lvl4pPr>
            <a:lvl5pPr marL="2286000" lvl="4" indent="-279400" algn="r">
              <a:spcBef>
                <a:spcPts val="0"/>
              </a:spcBef>
              <a:spcAft>
                <a:spcPts val="0"/>
              </a:spcAft>
              <a:buClr>
                <a:schemeClr val="dk1"/>
              </a:buClr>
              <a:buSzPts val="800"/>
              <a:buChar char="○"/>
              <a:defRPr sz="800">
                <a:solidFill>
                  <a:schemeClr val="dk1"/>
                </a:solidFill>
              </a:defRPr>
            </a:lvl5pPr>
            <a:lvl6pPr marL="2743200" lvl="5" indent="-279400" algn="r">
              <a:spcBef>
                <a:spcPts val="0"/>
              </a:spcBef>
              <a:spcAft>
                <a:spcPts val="0"/>
              </a:spcAft>
              <a:buClr>
                <a:schemeClr val="dk1"/>
              </a:buClr>
              <a:buSzPts val="800"/>
              <a:buChar char="■"/>
              <a:defRPr sz="800">
                <a:solidFill>
                  <a:schemeClr val="dk1"/>
                </a:solidFill>
              </a:defRPr>
            </a:lvl6pPr>
            <a:lvl7pPr marL="3200400" lvl="6" indent="-279400" algn="r">
              <a:spcBef>
                <a:spcPts val="0"/>
              </a:spcBef>
              <a:spcAft>
                <a:spcPts val="0"/>
              </a:spcAft>
              <a:buClr>
                <a:schemeClr val="dk1"/>
              </a:buClr>
              <a:buSzPts val="800"/>
              <a:buChar char="●"/>
              <a:defRPr sz="800">
                <a:solidFill>
                  <a:schemeClr val="dk1"/>
                </a:solidFill>
              </a:defRPr>
            </a:lvl7pPr>
            <a:lvl8pPr marL="3657600" lvl="7" indent="-279400" algn="r">
              <a:spcBef>
                <a:spcPts val="0"/>
              </a:spcBef>
              <a:spcAft>
                <a:spcPts val="0"/>
              </a:spcAft>
              <a:buClr>
                <a:schemeClr val="dk1"/>
              </a:buClr>
              <a:buSzPts val="800"/>
              <a:buChar char="○"/>
              <a:defRPr sz="800">
                <a:solidFill>
                  <a:schemeClr val="dk1"/>
                </a:solidFill>
              </a:defRPr>
            </a:lvl8pPr>
            <a:lvl9pPr marL="4114800" lvl="8" indent="-279400" algn="r">
              <a:spcBef>
                <a:spcPts val="0"/>
              </a:spcBef>
              <a:spcAft>
                <a:spcPts val="0"/>
              </a:spcAft>
              <a:buClr>
                <a:schemeClr val="dk1"/>
              </a:buClr>
              <a:buSzPts val="800"/>
              <a:buChar char="■"/>
              <a:defRPr sz="800">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sz="3450" b="1">
                <a:solidFill>
                  <a:schemeClr val="dk1"/>
                </a:solidFill>
                <a:latin typeface="Merriweather"/>
                <a:ea typeface="Merriweather"/>
                <a:cs typeface="Merriweather"/>
                <a:sym typeface="Merriweather"/>
              </a:defRPr>
            </a:lvl9pPr>
          </a:lstStyle>
          <a:p>
            <a:endParaRPr/>
          </a:p>
        </p:txBody>
      </p:sp>
      <p:sp>
        <p:nvSpPr>
          <p:cNvPr id="52" name="Google Shape;52;p13"/>
          <p:cNvSpPr txBox="1">
            <a:spLocks noGrp="1"/>
          </p:cNvSpPr>
          <p:nvPr>
            <p:ph type="body" idx="1"/>
          </p:nvPr>
        </p:nvSpPr>
        <p:spPr>
          <a:xfrm>
            <a:off x="311700" y="1152475"/>
            <a:ext cx="8520600" cy="1760100"/>
          </a:xfrm>
          <a:prstGeom prst="rect">
            <a:avLst/>
          </a:prstGeom>
          <a:noFill/>
          <a:ln>
            <a:noFill/>
          </a:ln>
        </p:spPr>
        <p:txBody>
          <a:bodyPr spcFirstLastPara="1" wrap="square" lIns="91425" tIns="91425" rIns="91425" bIns="91425" anchor="t" anchorCtr="0">
            <a:normAutofit/>
          </a:bodyPr>
          <a:lstStyle>
            <a:lvl1pPr marL="457200" lvl="0"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marL="914400" lvl="1" indent="-279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marL="1371600" lvl="2"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marL="1828800" lvl="3"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marL="2286000" lvl="4"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marL="2743200" lvl="5"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marL="3200400" lvl="6"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marL="3657600" lvl="7"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marL="4114800" lvl="8" indent="-2921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0.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0.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0.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mailto:jcoachj@gmail.com" TargetMode="External"/><Relationship Id="rId2" Type="http://schemas.openxmlformats.org/officeDocument/2006/relationships/notesSlide" Target="../notesSlides/notesSlide11.xml"/><Relationship Id="rId1" Type="http://schemas.openxmlformats.org/officeDocument/2006/relationships/slideLayout" Target="../slideLayouts/slideLayout40.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hyperlink" Target="mailto:jcoachj@gmail.com" TargetMode="External"/><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hyperlink" Target="https://daniel-weninger.com/blog/forensics-2-nitroba/" TargetMode="External"/><Relationship Id="rId2" Type="http://schemas.openxmlformats.org/officeDocument/2006/relationships/notesSlide" Target="../notesSlides/notesSlide20.xml"/><Relationship Id="rId1" Type="http://schemas.openxmlformats.org/officeDocument/2006/relationships/slideLayout" Target="../slideLayouts/slideLayout40.xml"/><Relationship Id="rId4" Type="http://schemas.openxmlformats.org/officeDocument/2006/relationships/hyperlink" Target="https://digitalcorpora.s3.amazonaws.com/corpora/scenarios/2008-nitroba/slides.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4"/>
          <p:cNvSpPr txBox="1">
            <a:spLocks noGrp="1"/>
          </p:cNvSpPr>
          <p:nvPr>
            <p:ph type="ctrTitle"/>
          </p:nvPr>
        </p:nvSpPr>
        <p:spPr>
          <a:xfrm>
            <a:off x="196950" y="223825"/>
            <a:ext cx="8661900" cy="1877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5550"/>
              <a:t>2008 Nitroba University Harassment Scenario</a:t>
            </a:r>
            <a:endParaRPr sz="5550"/>
          </a:p>
        </p:txBody>
      </p:sp>
      <p:sp>
        <p:nvSpPr>
          <p:cNvPr id="263" name="Google Shape;263;p44"/>
          <p:cNvSpPr txBox="1">
            <a:spLocks noGrp="1"/>
          </p:cNvSpPr>
          <p:nvPr>
            <p:ph type="subTitle" idx="2"/>
          </p:nvPr>
        </p:nvSpPr>
        <p:spPr>
          <a:xfrm>
            <a:off x="214210" y="2171250"/>
            <a:ext cx="3986700" cy="277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Final Project</a:t>
            </a:r>
            <a:endParaRPr/>
          </a:p>
          <a:p>
            <a:pPr marL="0" lvl="0" indent="0" algn="l" rtl="0">
              <a:spcBef>
                <a:spcPts val="0"/>
              </a:spcBef>
              <a:spcAft>
                <a:spcPts val="0"/>
              </a:spcAft>
              <a:buNone/>
            </a:pPr>
            <a:r>
              <a:rPr lang="en"/>
              <a:t>CS 362</a:t>
            </a:r>
            <a:endParaRPr/>
          </a:p>
          <a:p>
            <a:pPr marL="0" lvl="0" indent="0" algn="l" rtl="0">
              <a:spcBef>
                <a:spcPts val="0"/>
              </a:spcBef>
              <a:spcAft>
                <a:spcPts val="0"/>
              </a:spcAft>
              <a:buNone/>
            </a:pPr>
            <a:r>
              <a:rPr lang="en"/>
              <a:t>Professor Mohaisen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Created by: Isaac Abraham, Mirza Baig, Sarah Benavides , Ruzzle Cablayan, and Farhan Zaman</a:t>
            </a:r>
            <a:endParaRPr/>
          </a:p>
        </p:txBody>
      </p:sp>
      <p:pic>
        <p:nvPicPr>
          <p:cNvPr id="264" name="Google Shape;264;p44"/>
          <p:cNvPicPr preferRelativeResize="0"/>
          <p:nvPr/>
        </p:nvPicPr>
        <p:blipFill>
          <a:blip r:embed="rId3">
            <a:alphaModFix/>
          </a:blip>
          <a:stretch>
            <a:fillRect/>
          </a:stretch>
        </p:blipFill>
        <p:spPr>
          <a:xfrm>
            <a:off x="4457675" y="2254038"/>
            <a:ext cx="4319300" cy="2610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5"/>
          <p:cNvSpPr txBox="1">
            <a:spLocks noGrp="1"/>
          </p:cNvSpPr>
          <p:nvPr>
            <p:ph type="subTitle" idx="1"/>
          </p:nvPr>
        </p:nvSpPr>
        <p:spPr>
          <a:xfrm>
            <a:off x="308125" y="1315000"/>
            <a:ext cx="8391600" cy="3747600"/>
          </a:xfrm>
          <a:prstGeom prst="rect">
            <a:avLst/>
          </a:prstGeom>
        </p:spPr>
        <p:txBody>
          <a:bodyPr spcFirstLastPara="1" wrap="square" lIns="91425" tIns="91425" rIns="91425" bIns="91425" anchor="t" anchorCtr="0">
            <a:noAutofit/>
          </a:bodyPr>
          <a:lstStyle/>
          <a:p>
            <a:pPr marL="0" lvl="0" indent="0" algn="l" rtl="0">
              <a:lnSpc>
                <a:spcPct val="90000"/>
              </a:lnSpc>
              <a:spcBef>
                <a:spcPts val="0"/>
              </a:spcBef>
              <a:spcAft>
                <a:spcPts val="0"/>
              </a:spcAft>
              <a:buSzPts val="853"/>
              <a:buNone/>
            </a:pPr>
            <a:r>
              <a:rPr lang="en" sz="2228"/>
              <a:t>The case we are working on occurred in the summer of 2008 at Nitroba University. The IT department received an email from a chemistry teacher named Lily Tuckrige. This email stated Professor Tuckrige was receiving harassing emails from someone thought to be enrolled in her chemistry class. That student used an IP address coming from a Nitroba University dorm room (140.247.52.34) when sending the emails. In the attempt to track down the offender, the university placed a network sniffer on the ethernet port allowing all the packets to be logged. </a:t>
            </a:r>
            <a:endParaRPr sz="2228">
              <a:highlight>
                <a:srgbClr val="FFFFFF"/>
              </a:highlight>
            </a:endParaRPr>
          </a:p>
        </p:txBody>
      </p:sp>
      <p:sp>
        <p:nvSpPr>
          <p:cNvPr id="270" name="Google Shape;270;p45"/>
          <p:cNvSpPr txBox="1"/>
          <p:nvPr/>
        </p:nvSpPr>
        <p:spPr>
          <a:xfrm>
            <a:off x="472675" y="263500"/>
            <a:ext cx="82269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900">
                <a:solidFill>
                  <a:schemeClr val="dk1"/>
                </a:solidFill>
                <a:latin typeface="DM Sans"/>
                <a:ea typeface="DM Sans"/>
                <a:cs typeface="DM Sans"/>
                <a:sym typeface="DM Sans"/>
              </a:rPr>
              <a:t>Case Overview</a:t>
            </a:r>
            <a:endParaRPr sz="4900">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6"/>
          <p:cNvSpPr txBox="1">
            <a:spLocks noGrp="1"/>
          </p:cNvSpPr>
          <p:nvPr>
            <p:ph type="subTitle" idx="1"/>
          </p:nvPr>
        </p:nvSpPr>
        <p:spPr>
          <a:xfrm>
            <a:off x="55450" y="1269375"/>
            <a:ext cx="8891100" cy="2108700"/>
          </a:xfrm>
          <a:prstGeom prst="rect">
            <a:avLst/>
          </a:prstGeom>
        </p:spPr>
        <p:txBody>
          <a:bodyPr spcFirstLastPara="1" wrap="square" lIns="91425" tIns="91425" rIns="91425" bIns="91425" anchor="ctr" anchorCtr="0">
            <a:spAutoFit/>
          </a:bodyPr>
          <a:lstStyle/>
          <a:p>
            <a:pPr marL="0" lvl="0" indent="0" algn="ctr" rtl="0">
              <a:spcBef>
                <a:spcPts val="0"/>
              </a:spcBef>
              <a:spcAft>
                <a:spcPts val="1200"/>
              </a:spcAft>
              <a:buNone/>
            </a:pPr>
            <a:r>
              <a:rPr lang="en" sz="2500"/>
              <a:t>The main goal of this project is to determine who out of the chemistry 109 students, if any, are responsible for the attack. For this specific case, our group used a pcap file including all logged packets, as well as, a pdf file that walks through the problem. </a:t>
            </a:r>
            <a:endParaRPr sz="2500"/>
          </a:p>
        </p:txBody>
      </p:sp>
      <p:sp>
        <p:nvSpPr>
          <p:cNvPr id="276" name="Google Shape;276;p46"/>
          <p:cNvSpPr txBox="1">
            <a:spLocks noGrp="1"/>
          </p:cNvSpPr>
          <p:nvPr>
            <p:ph type="body" idx="2"/>
          </p:nvPr>
        </p:nvSpPr>
        <p:spPr>
          <a:xfrm>
            <a:off x="196950" y="196725"/>
            <a:ext cx="8661900" cy="8829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4900"/>
              <a:t>Objectives</a:t>
            </a:r>
            <a:endParaRPr sz="4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7"/>
          <p:cNvSpPr txBox="1">
            <a:spLocks noGrp="1"/>
          </p:cNvSpPr>
          <p:nvPr>
            <p:ph type="body" idx="31"/>
          </p:nvPr>
        </p:nvSpPr>
        <p:spPr>
          <a:xfrm>
            <a:off x="0" y="-50275"/>
            <a:ext cx="8749200" cy="10188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4200">
                <a:solidFill>
                  <a:schemeClr val="dk1"/>
                </a:solidFill>
              </a:rPr>
              <a:t>Finding the IP address (Wireshark)</a:t>
            </a:r>
            <a:endParaRPr sz="4900"/>
          </a:p>
        </p:txBody>
      </p:sp>
      <p:sp>
        <p:nvSpPr>
          <p:cNvPr id="282" name="Google Shape;282;p47"/>
          <p:cNvSpPr txBox="1"/>
          <p:nvPr/>
        </p:nvSpPr>
        <p:spPr>
          <a:xfrm>
            <a:off x="-65275" y="709700"/>
            <a:ext cx="3816300" cy="35298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Finding out that the email header contained the IP </a:t>
            </a:r>
            <a:r>
              <a:rPr lang="en" sz="1500" b="1">
                <a:solidFill>
                  <a:srgbClr val="FF0000"/>
                </a:solidFill>
                <a:latin typeface="DM Sans"/>
                <a:ea typeface="DM Sans"/>
                <a:cs typeface="DM Sans"/>
                <a:sym typeface="DM Sans"/>
              </a:rPr>
              <a:t>140.247.62.34</a:t>
            </a:r>
            <a:r>
              <a:rPr lang="en" sz="1500">
                <a:solidFill>
                  <a:schemeClr val="dk2"/>
                </a:solidFill>
                <a:latin typeface="DM Sans"/>
                <a:ea typeface="DM Sans"/>
                <a:cs typeface="DM Sans"/>
                <a:sym typeface="DM Sans"/>
              </a:rPr>
              <a:t>. This pointed us toward a dorm room where 3 students lived in on campus</a:t>
            </a: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323850" algn="l" rtl="0">
              <a:spcBef>
                <a:spcPts val="0"/>
              </a:spcBef>
              <a:spcAft>
                <a:spcPts val="0"/>
              </a:spcAft>
              <a:buSzPts val="1500"/>
              <a:buFont typeface="DM Sans"/>
              <a:buChar char="-"/>
            </a:pPr>
            <a:r>
              <a:rPr lang="en" sz="1500">
                <a:solidFill>
                  <a:schemeClr val="dk2"/>
                </a:solidFill>
                <a:latin typeface="DM Sans"/>
                <a:ea typeface="DM Sans"/>
                <a:cs typeface="DM Sans"/>
                <a:sym typeface="DM Sans"/>
              </a:rPr>
              <a:t>Opening the Nitroba </a:t>
            </a:r>
            <a:r>
              <a:rPr lang="en" sz="1500" b="1">
                <a:solidFill>
                  <a:srgbClr val="FF0000"/>
                </a:solidFill>
                <a:latin typeface="DM Sans"/>
                <a:ea typeface="DM Sans"/>
                <a:cs typeface="DM Sans"/>
                <a:sym typeface="DM Sans"/>
              </a:rPr>
              <a:t>pcap (packet capture)</a:t>
            </a:r>
            <a:r>
              <a:rPr lang="en" sz="1500">
                <a:solidFill>
                  <a:schemeClr val="dk2"/>
                </a:solidFill>
                <a:latin typeface="DM Sans"/>
                <a:ea typeface="DM Sans"/>
                <a:cs typeface="DM Sans"/>
                <a:sym typeface="DM Sans"/>
              </a:rPr>
              <a:t> file in Wireshark we use CTRL + F to search specific packet that contain the public ip 140.247.62.34</a:t>
            </a:r>
            <a:endParaRPr sz="1300">
              <a:solidFill>
                <a:schemeClr val="dk2"/>
              </a:solidFill>
              <a:latin typeface="DM Sans"/>
              <a:ea typeface="DM Sans"/>
              <a:cs typeface="DM Sans"/>
              <a:sym typeface="DM Sans"/>
            </a:endParaRPr>
          </a:p>
          <a:p>
            <a:pPr marL="0" lvl="0" indent="0" algn="l" rtl="0">
              <a:spcBef>
                <a:spcPts val="0"/>
              </a:spcBef>
              <a:spcAft>
                <a:spcPts val="0"/>
              </a:spcAft>
              <a:buNone/>
            </a:pPr>
            <a:endParaRPr sz="1300">
              <a:solidFill>
                <a:schemeClr val="dk2"/>
              </a:solidFill>
              <a:latin typeface="DM Sans"/>
              <a:ea typeface="DM Sans"/>
              <a:cs typeface="DM Sans"/>
              <a:sym typeface="DM Sans"/>
            </a:endParaRPr>
          </a:p>
          <a:p>
            <a:pPr marL="0" lvl="0" indent="0" algn="l" rtl="0">
              <a:spcBef>
                <a:spcPts val="0"/>
              </a:spcBef>
              <a:spcAft>
                <a:spcPts val="0"/>
              </a:spcAft>
              <a:buNone/>
            </a:pPr>
            <a:endParaRPr sz="1300">
              <a:solidFill>
                <a:schemeClr val="dk2"/>
              </a:solidFill>
              <a:latin typeface="DM Sans"/>
              <a:ea typeface="DM Sans"/>
              <a:cs typeface="DM Sans"/>
              <a:sym typeface="DM Sans"/>
            </a:endParaRPr>
          </a:p>
          <a:p>
            <a:pPr marL="0" lvl="0" indent="0" algn="l" rtl="0">
              <a:spcBef>
                <a:spcPts val="0"/>
              </a:spcBef>
              <a:spcAft>
                <a:spcPts val="0"/>
              </a:spcAft>
              <a:buNone/>
            </a:pPr>
            <a:endParaRPr sz="1300">
              <a:solidFill>
                <a:schemeClr val="dk2"/>
              </a:solidFill>
              <a:latin typeface="DM Sans"/>
              <a:ea typeface="DM Sans"/>
              <a:cs typeface="DM Sans"/>
              <a:sym typeface="DM Sans"/>
            </a:endParaRPr>
          </a:p>
        </p:txBody>
      </p:sp>
      <p:pic>
        <p:nvPicPr>
          <p:cNvPr id="283" name="Google Shape;283;p47"/>
          <p:cNvPicPr preferRelativeResize="0"/>
          <p:nvPr/>
        </p:nvPicPr>
        <p:blipFill>
          <a:blip r:embed="rId3">
            <a:alphaModFix/>
          </a:blip>
          <a:stretch>
            <a:fillRect/>
          </a:stretch>
        </p:blipFill>
        <p:spPr>
          <a:xfrm>
            <a:off x="3647625" y="1027200"/>
            <a:ext cx="5496374" cy="2153141"/>
          </a:xfrm>
          <a:prstGeom prst="rect">
            <a:avLst/>
          </a:prstGeom>
          <a:noFill/>
          <a:ln>
            <a:noFill/>
          </a:ln>
        </p:spPr>
      </p:pic>
      <p:pic>
        <p:nvPicPr>
          <p:cNvPr id="284" name="Google Shape;284;p47"/>
          <p:cNvPicPr preferRelativeResize="0"/>
          <p:nvPr/>
        </p:nvPicPr>
        <p:blipFill>
          <a:blip r:embed="rId4">
            <a:alphaModFix/>
          </a:blip>
          <a:stretch>
            <a:fillRect/>
          </a:stretch>
        </p:blipFill>
        <p:spPr>
          <a:xfrm>
            <a:off x="542925" y="3363913"/>
            <a:ext cx="8058150" cy="1209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8"/>
          <p:cNvSpPr txBox="1"/>
          <p:nvPr/>
        </p:nvSpPr>
        <p:spPr>
          <a:xfrm>
            <a:off x="0" y="1315200"/>
            <a:ext cx="5920800" cy="2955300"/>
          </a:xfrm>
          <a:prstGeom prst="rect">
            <a:avLst/>
          </a:prstGeom>
          <a:noFill/>
          <a:ln>
            <a:noFill/>
          </a:ln>
        </p:spPr>
        <p:txBody>
          <a:bodyPr spcFirstLastPara="1" wrap="square" lIns="91425" tIns="91425" rIns="91425" bIns="91425" anchor="t" anchorCtr="0">
            <a:spAutoFit/>
          </a:bodyPr>
          <a:lstStyle/>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Doing this we are able to find out that the dorm IP maps to a common internal IP address 192.168.15.4 through the search.</a:t>
            </a:r>
            <a:endParaRPr sz="1500">
              <a:solidFill>
                <a:schemeClr val="dk2"/>
              </a:solidFill>
              <a:latin typeface="DM Sans"/>
              <a:ea typeface="DM Sans"/>
              <a:cs typeface="DM Sans"/>
              <a:sym typeface="DM Sans"/>
            </a:endParaRPr>
          </a:p>
          <a:p>
            <a:pPr marL="45720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We then filter the packets using </a:t>
            </a:r>
            <a:r>
              <a:rPr lang="en" sz="1500" b="1">
                <a:solidFill>
                  <a:srgbClr val="FF0000"/>
                </a:solidFill>
                <a:latin typeface="DM Sans"/>
                <a:ea typeface="DM Sans"/>
                <a:cs typeface="DM Sans"/>
                <a:sym typeface="DM Sans"/>
              </a:rPr>
              <a:t>frame contains “tuckrige” </a:t>
            </a:r>
            <a:r>
              <a:rPr lang="en" sz="1500">
                <a:latin typeface="DM Sans"/>
                <a:ea typeface="DM Sans"/>
                <a:cs typeface="DM Sans"/>
                <a:sym typeface="DM Sans"/>
              </a:rPr>
              <a:t>and this shows us the two threatening emails sent to tuckrige from that same local ip address</a:t>
            </a:r>
            <a:endParaRPr sz="1500">
              <a:latin typeface="DM Sans"/>
              <a:ea typeface="DM Sans"/>
              <a:cs typeface="DM Sans"/>
              <a:sym typeface="DM Sans"/>
            </a:endParaRPr>
          </a:p>
        </p:txBody>
      </p:sp>
      <p:sp>
        <p:nvSpPr>
          <p:cNvPr id="290" name="Google Shape;290;p48"/>
          <p:cNvSpPr txBox="1"/>
          <p:nvPr/>
        </p:nvSpPr>
        <p:spPr>
          <a:xfrm>
            <a:off x="197375" y="327600"/>
            <a:ext cx="8749200" cy="831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4200">
                <a:solidFill>
                  <a:schemeClr val="dk1"/>
                </a:solidFill>
                <a:latin typeface="DM Sans"/>
                <a:ea typeface="DM Sans"/>
                <a:cs typeface="DM Sans"/>
                <a:sym typeface="DM Sans"/>
              </a:rPr>
              <a:t>Finding the IP address (Wireshark)</a:t>
            </a:r>
            <a:endParaRPr/>
          </a:p>
        </p:txBody>
      </p:sp>
      <p:pic>
        <p:nvPicPr>
          <p:cNvPr id="291" name="Google Shape;291;p48"/>
          <p:cNvPicPr preferRelativeResize="0"/>
          <p:nvPr/>
        </p:nvPicPr>
        <p:blipFill>
          <a:blip r:embed="rId3">
            <a:alphaModFix/>
          </a:blip>
          <a:stretch>
            <a:fillRect/>
          </a:stretch>
        </p:blipFill>
        <p:spPr>
          <a:xfrm>
            <a:off x="152400" y="2111600"/>
            <a:ext cx="8839198" cy="1312111"/>
          </a:xfrm>
          <a:prstGeom prst="rect">
            <a:avLst/>
          </a:prstGeom>
          <a:noFill/>
          <a:ln>
            <a:noFill/>
          </a:ln>
        </p:spPr>
      </p:pic>
      <p:cxnSp>
        <p:nvCxnSpPr>
          <p:cNvPr id="292" name="Google Shape;292;p48"/>
          <p:cNvCxnSpPr/>
          <p:nvPr/>
        </p:nvCxnSpPr>
        <p:spPr>
          <a:xfrm>
            <a:off x="2159100" y="2767650"/>
            <a:ext cx="150000" cy="0"/>
          </a:xfrm>
          <a:prstGeom prst="straightConnector1">
            <a:avLst/>
          </a:prstGeom>
          <a:noFill/>
          <a:ln w="9525" cap="flat" cmpd="sng">
            <a:solidFill>
              <a:srgbClr val="FF0000"/>
            </a:solidFill>
            <a:prstDash val="solid"/>
            <a:round/>
            <a:headEnd type="none" w="med" len="med"/>
            <a:tailEnd type="triangle" w="med" len="med"/>
          </a:ln>
        </p:spPr>
      </p:cxnSp>
      <p:cxnSp>
        <p:nvCxnSpPr>
          <p:cNvPr id="293" name="Google Shape;293;p48"/>
          <p:cNvCxnSpPr/>
          <p:nvPr/>
        </p:nvCxnSpPr>
        <p:spPr>
          <a:xfrm>
            <a:off x="2159100" y="2908350"/>
            <a:ext cx="191700" cy="34500"/>
          </a:xfrm>
          <a:prstGeom prst="straightConnector1">
            <a:avLst/>
          </a:prstGeom>
          <a:noFill/>
          <a:ln w="9525" cap="flat" cmpd="sng">
            <a:solidFill>
              <a:srgbClr val="FF0000"/>
            </a:solidFill>
            <a:prstDash val="solid"/>
            <a:round/>
            <a:headEnd type="none" w="med" len="med"/>
            <a:tailEnd type="triangle" w="med" len="med"/>
          </a:ln>
        </p:spPr>
      </p:cxnSp>
      <p:cxnSp>
        <p:nvCxnSpPr>
          <p:cNvPr id="294" name="Google Shape;294;p48"/>
          <p:cNvCxnSpPr/>
          <p:nvPr/>
        </p:nvCxnSpPr>
        <p:spPr>
          <a:xfrm>
            <a:off x="2138250" y="3019050"/>
            <a:ext cx="191700" cy="34500"/>
          </a:xfrm>
          <a:prstGeom prst="straightConnector1">
            <a:avLst/>
          </a:prstGeom>
          <a:noFill/>
          <a:ln w="9525" cap="flat" cmpd="sng">
            <a:solidFill>
              <a:srgbClr val="FF0000"/>
            </a:solidFill>
            <a:prstDash val="solid"/>
            <a:round/>
            <a:headEnd type="none" w="med" len="med"/>
            <a:tailEnd type="triangle" w="med" len="med"/>
          </a:ln>
        </p:spPr>
      </p:cxnSp>
      <p:cxnSp>
        <p:nvCxnSpPr>
          <p:cNvPr id="295" name="Google Shape;295;p48"/>
          <p:cNvCxnSpPr/>
          <p:nvPr/>
        </p:nvCxnSpPr>
        <p:spPr>
          <a:xfrm rot="10800000">
            <a:off x="2034150" y="3159450"/>
            <a:ext cx="256500" cy="12000"/>
          </a:xfrm>
          <a:prstGeom prst="straightConnector1">
            <a:avLst/>
          </a:prstGeom>
          <a:noFill/>
          <a:ln w="9525" cap="flat" cmpd="sng">
            <a:solidFill>
              <a:srgbClr val="FF0000"/>
            </a:solidFill>
            <a:prstDash val="solid"/>
            <a:round/>
            <a:headEnd type="none" w="med" len="med"/>
            <a:tailEnd type="triangle" w="med" len="med"/>
          </a:ln>
        </p:spPr>
      </p:cxnSp>
      <p:cxnSp>
        <p:nvCxnSpPr>
          <p:cNvPr id="296" name="Google Shape;296;p48"/>
          <p:cNvCxnSpPr/>
          <p:nvPr/>
        </p:nvCxnSpPr>
        <p:spPr>
          <a:xfrm flipH="1">
            <a:off x="2000700" y="2839800"/>
            <a:ext cx="225600" cy="19500"/>
          </a:xfrm>
          <a:prstGeom prst="straightConnector1">
            <a:avLst/>
          </a:prstGeom>
          <a:noFill/>
          <a:ln w="9525" cap="flat" cmpd="sng">
            <a:solidFill>
              <a:srgbClr val="FF0000"/>
            </a:solidFill>
            <a:prstDash val="solid"/>
            <a:round/>
            <a:headEnd type="none" w="med" len="med"/>
            <a:tailEnd type="triangle" w="med" len="med"/>
          </a:ln>
        </p:spPr>
      </p:cxnSp>
      <p:pic>
        <p:nvPicPr>
          <p:cNvPr id="297" name="Google Shape;297;p48"/>
          <p:cNvPicPr preferRelativeResize="0"/>
          <p:nvPr/>
        </p:nvPicPr>
        <p:blipFill>
          <a:blip r:embed="rId4">
            <a:alphaModFix/>
          </a:blip>
          <a:stretch>
            <a:fillRect/>
          </a:stretch>
        </p:blipFill>
        <p:spPr>
          <a:xfrm>
            <a:off x="197375" y="4194300"/>
            <a:ext cx="8749198" cy="659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9"/>
          <p:cNvSpPr txBox="1"/>
          <p:nvPr/>
        </p:nvSpPr>
        <p:spPr>
          <a:xfrm>
            <a:off x="197375" y="327600"/>
            <a:ext cx="8749200" cy="831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4200">
                <a:solidFill>
                  <a:schemeClr val="dk1"/>
                </a:solidFill>
                <a:latin typeface="DM Sans"/>
                <a:ea typeface="DM Sans"/>
                <a:cs typeface="DM Sans"/>
                <a:sym typeface="DM Sans"/>
              </a:rPr>
              <a:t>Finding the IP address (Wireshark)</a:t>
            </a:r>
            <a:endParaRPr/>
          </a:p>
        </p:txBody>
      </p:sp>
      <p:pic>
        <p:nvPicPr>
          <p:cNvPr id="303" name="Google Shape;303;p49"/>
          <p:cNvPicPr preferRelativeResize="0"/>
          <p:nvPr/>
        </p:nvPicPr>
        <p:blipFill rotWithShape="1">
          <a:blip r:embed="rId3">
            <a:alphaModFix/>
          </a:blip>
          <a:srcRect l="5195" t="26057"/>
          <a:stretch/>
        </p:blipFill>
        <p:spPr>
          <a:xfrm>
            <a:off x="0" y="1229600"/>
            <a:ext cx="4572001" cy="2684296"/>
          </a:xfrm>
          <a:prstGeom prst="rect">
            <a:avLst/>
          </a:prstGeom>
          <a:noFill/>
          <a:ln>
            <a:noFill/>
          </a:ln>
        </p:spPr>
      </p:pic>
      <p:pic>
        <p:nvPicPr>
          <p:cNvPr id="304" name="Google Shape;304;p49"/>
          <p:cNvPicPr preferRelativeResize="0"/>
          <p:nvPr/>
        </p:nvPicPr>
        <p:blipFill rotWithShape="1">
          <a:blip r:embed="rId4">
            <a:alphaModFix/>
          </a:blip>
          <a:srcRect t="32524" r="8475"/>
          <a:stretch/>
        </p:blipFill>
        <p:spPr>
          <a:xfrm>
            <a:off x="4607726" y="2179700"/>
            <a:ext cx="4536276" cy="3022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50"/>
          <p:cNvSpPr txBox="1">
            <a:spLocks noGrp="1"/>
          </p:cNvSpPr>
          <p:nvPr>
            <p:ph type="body" idx="1"/>
          </p:nvPr>
        </p:nvSpPr>
        <p:spPr>
          <a:xfrm>
            <a:off x="131650" y="796200"/>
            <a:ext cx="8880300" cy="35511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SzPts val="1500"/>
              <a:buChar char="-"/>
            </a:pPr>
            <a:r>
              <a:rPr lang="en" sz="1500"/>
              <a:t>After locating the IP address 192.168.15.4, Wireshark was used to filter that IP address (follow the suspect)</a:t>
            </a:r>
            <a:endParaRPr sz="1500"/>
          </a:p>
          <a:p>
            <a:pPr marL="457200" lvl="0" indent="-323850" algn="l" rtl="0">
              <a:spcBef>
                <a:spcPts val="0"/>
              </a:spcBef>
              <a:spcAft>
                <a:spcPts val="0"/>
              </a:spcAft>
              <a:buSzPts val="1500"/>
              <a:buChar char="-"/>
            </a:pPr>
            <a:r>
              <a:rPr lang="en" sz="1500"/>
              <a:t>Typed </a:t>
            </a:r>
            <a:r>
              <a:rPr lang="en" sz="1500" b="1">
                <a:solidFill>
                  <a:srgbClr val="FF0000"/>
                </a:solidFill>
              </a:rPr>
              <a:t>ip.src == 192.168.15.4</a:t>
            </a:r>
            <a:r>
              <a:rPr lang="en" sz="1500"/>
              <a:t> into the filter box at the very top of Wireshark</a:t>
            </a:r>
            <a:endParaRPr sz="1500"/>
          </a:p>
          <a:p>
            <a:pPr marL="0" lvl="0" indent="0" algn="l" rtl="0">
              <a:spcBef>
                <a:spcPts val="1200"/>
              </a:spcBef>
              <a:spcAft>
                <a:spcPts val="0"/>
              </a:spcAft>
              <a:buNone/>
            </a:pPr>
            <a:endParaRPr sz="1500"/>
          </a:p>
          <a:p>
            <a:pPr marL="0" lvl="0" indent="0" algn="l" rtl="0">
              <a:spcBef>
                <a:spcPts val="1200"/>
              </a:spcBef>
              <a:spcAft>
                <a:spcPts val="0"/>
              </a:spcAft>
              <a:buNone/>
            </a:pPr>
            <a:endParaRPr sz="1500"/>
          </a:p>
          <a:p>
            <a:pPr marL="0" lvl="0" indent="0" algn="l" rtl="0">
              <a:spcBef>
                <a:spcPts val="1200"/>
              </a:spcBef>
              <a:spcAft>
                <a:spcPts val="0"/>
              </a:spcAft>
              <a:buNone/>
            </a:pPr>
            <a:endParaRPr sz="1500"/>
          </a:p>
          <a:p>
            <a:pPr marL="457200" lvl="0" indent="-323850" algn="l" rtl="0">
              <a:spcBef>
                <a:spcPts val="1200"/>
              </a:spcBef>
              <a:spcAft>
                <a:spcPts val="0"/>
              </a:spcAft>
              <a:buSzPts val="1500"/>
              <a:buChar char="-"/>
            </a:pPr>
            <a:r>
              <a:rPr lang="en" sz="1500"/>
              <a:t>Once applying this filter, you see traffic from the suspect ONLY</a:t>
            </a:r>
            <a:endParaRPr sz="1500"/>
          </a:p>
          <a:p>
            <a:pPr marL="457200" lvl="0" indent="0" algn="l" rtl="0">
              <a:spcBef>
                <a:spcPts val="1200"/>
              </a:spcBef>
              <a:spcAft>
                <a:spcPts val="1200"/>
              </a:spcAft>
              <a:buNone/>
            </a:pPr>
            <a:endParaRPr sz="1500"/>
          </a:p>
        </p:txBody>
      </p:sp>
      <p:sp>
        <p:nvSpPr>
          <p:cNvPr id="310" name="Google Shape;310;p50"/>
          <p:cNvSpPr txBox="1">
            <a:spLocks noGrp="1"/>
          </p:cNvSpPr>
          <p:nvPr>
            <p:ph type="title"/>
          </p:nvPr>
        </p:nvSpPr>
        <p:spPr>
          <a:xfrm>
            <a:off x="197375" y="68575"/>
            <a:ext cx="8814600" cy="821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405" b="0">
                <a:latin typeface="DM Sans"/>
                <a:ea typeface="DM Sans"/>
                <a:cs typeface="DM Sans"/>
                <a:sym typeface="DM Sans"/>
              </a:rPr>
              <a:t>Following IP Address/Collecting More Data</a:t>
            </a:r>
            <a:endParaRPr sz="3405" b="0">
              <a:latin typeface="DM Sans"/>
              <a:ea typeface="DM Sans"/>
              <a:cs typeface="DM Sans"/>
              <a:sym typeface="DM Sans"/>
            </a:endParaRPr>
          </a:p>
        </p:txBody>
      </p:sp>
      <p:pic>
        <p:nvPicPr>
          <p:cNvPr id="311" name="Google Shape;311;p50" title="follow the suspect.png"/>
          <p:cNvPicPr preferRelativeResize="0"/>
          <p:nvPr/>
        </p:nvPicPr>
        <p:blipFill>
          <a:blip r:embed="rId3">
            <a:alphaModFix/>
          </a:blip>
          <a:stretch>
            <a:fillRect/>
          </a:stretch>
        </p:blipFill>
        <p:spPr>
          <a:xfrm>
            <a:off x="1243000" y="1810925"/>
            <a:ext cx="6657975" cy="1095375"/>
          </a:xfrm>
          <a:prstGeom prst="rect">
            <a:avLst/>
          </a:prstGeom>
          <a:noFill/>
          <a:ln>
            <a:noFill/>
          </a:ln>
        </p:spPr>
      </p:pic>
      <p:pic>
        <p:nvPicPr>
          <p:cNvPr id="312" name="Google Shape;312;p50" title="only suspect traffic.png"/>
          <p:cNvPicPr preferRelativeResize="0"/>
          <p:nvPr/>
        </p:nvPicPr>
        <p:blipFill>
          <a:blip r:embed="rId4">
            <a:alphaModFix/>
          </a:blip>
          <a:stretch>
            <a:fillRect/>
          </a:stretch>
        </p:blipFill>
        <p:spPr>
          <a:xfrm>
            <a:off x="0" y="3412750"/>
            <a:ext cx="9144000" cy="1709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51"/>
          <p:cNvSpPr txBox="1">
            <a:spLocks noGrp="1"/>
          </p:cNvSpPr>
          <p:nvPr>
            <p:ph type="body" idx="31"/>
          </p:nvPr>
        </p:nvSpPr>
        <p:spPr>
          <a:xfrm>
            <a:off x="334947" y="68575"/>
            <a:ext cx="8474100" cy="876600"/>
          </a:xfrm>
          <a:prstGeom prst="rect">
            <a:avLst/>
          </a:prstGeom>
        </p:spPr>
        <p:txBody>
          <a:bodyPr spcFirstLastPara="1" wrap="square" lIns="91425" tIns="91425" rIns="91425" bIns="91425" anchor="ctr" anchorCtr="0">
            <a:noAutofit/>
          </a:bodyPr>
          <a:lstStyle/>
          <a:p>
            <a:pPr marL="0" lvl="0" indent="0" algn="l" rtl="0">
              <a:lnSpc>
                <a:spcPct val="90000"/>
              </a:lnSpc>
              <a:spcBef>
                <a:spcPts val="0"/>
              </a:spcBef>
              <a:spcAft>
                <a:spcPts val="0"/>
              </a:spcAft>
              <a:buClr>
                <a:schemeClr val="hlink"/>
              </a:buClr>
              <a:buSzPts val="990"/>
              <a:buFont typeface="Arial"/>
              <a:buNone/>
            </a:pPr>
            <a:r>
              <a:rPr lang="en" sz="3305">
                <a:solidFill>
                  <a:schemeClr val="dk1"/>
                </a:solidFill>
              </a:rPr>
              <a:t>Following IP Address/Collecting More Data</a:t>
            </a:r>
            <a:endParaRPr sz="3305">
              <a:solidFill>
                <a:schemeClr val="dk1"/>
              </a:solidFill>
            </a:endParaRPr>
          </a:p>
          <a:p>
            <a:pPr marL="0" lvl="0" indent="0" algn="l" rtl="0">
              <a:spcBef>
                <a:spcPts val="0"/>
              </a:spcBef>
              <a:spcAft>
                <a:spcPts val="1200"/>
              </a:spcAft>
              <a:buNone/>
            </a:pPr>
            <a:endParaRPr/>
          </a:p>
        </p:txBody>
      </p:sp>
      <p:sp>
        <p:nvSpPr>
          <p:cNvPr id="318" name="Google Shape;318;p51"/>
          <p:cNvSpPr txBox="1"/>
          <p:nvPr/>
        </p:nvSpPr>
        <p:spPr>
          <a:xfrm>
            <a:off x="37825" y="874475"/>
            <a:ext cx="8908800" cy="40725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Begin searching for communication between web browser and web server using a second filter </a:t>
            </a:r>
            <a:r>
              <a:rPr lang="en" sz="1500" b="1">
                <a:solidFill>
                  <a:srgbClr val="FF0000"/>
                </a:solidFill>
                <a:latin typeface="DM Sans"/>
                <a:ea typeface="DM Sans"/>
                <a:cs typeface="DM Sans"/>
                <a:sym typeface="DM Sans"/>
              </a:rPr>
              <a:t>http (Hypertext Transfer Protocol)</a:t>
            </a:r>
            <a:endParaRPr sz="1500">
              <a:solidFill>
                <a:schemeClr val="dk2"/>
              </a:solidFill>
              <a:latin typeface="DM Sans"/>
              <a:ea typeface="DM Sans"/>
              <a:cs typeface="DM Sans"/>
              <a:sym typeface="DM Sans"/>
            </a:endParaRPr>
          </a:p>
          <a:p>
            <a:pPr marL="457200" lvl="0" indent="0" algn="l" rtl="0">
              <a:spcBef>
                <a:spcPts val="0"/>
              </a:spcBef>
              <a:spcAft>
                <a:spcPts val="0"/>
              </a:spcAft>
              <a:buNone/>
            </a:pPr>
            <a:endParaRPr sz="1500" b="1">
              <a:solidFill>
                <a:srgbClr val="FF0000"/>
              </a:solidFill>
              <a:latin typeface="DM Sans"/>
              <a:ea typeface="DM Sans"/>
              <a:cs typeface="DM Sans"/>
              <a:sym typeface="DM Sans"/>
            </a:endParaRPr>
          </a:p>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Input </a:t>
            </a:r>
            <a:r>
              <a:rPr lang="en" sz="1500" b="1">
                <a:solidFill>
                  <a:srgbClr val="FF0000"/>
                </a:solidFill>
                <a:latin typeface="DM Sans"/>
                <a:ea typeface="DM Sans"/>
                <a:cs typeface="DM Sans"/>
                <a:sym typeface="DM Sans"/>
              </a:rPr>
              <a:t>ip.src == 192.168.15.4 &amp;&amp; http</a:t>
            </a:r>
            <a:r>
              <a:rPr lang="en" sz="1500">
                <a:solidFill>
                  <a:schemeClr val="dk2"/>
                </a:solidFill>
                <a:latin typeface="DM Sans"/>
                <a:ea typeface="DM Sans"/>
                <a:cs typeface="DM Sans"/>
                <a:sym typeface="DM Sans"/>
              </a:rPr>
              <a:t> to apply both filters</a:t>
            </a: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After using both filters AND searching for a packet that contains the keyword “yahoo” within the data... we found two names</a:t>
            </a: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p:txBody>
      </p:sp>
      <p:pic>
        <p:nvPicPr>
          <p:cNvPr id="319" name="Google Shape;319;p51" title="searching for web activity_applying another filter.png"/>
          <p:cNvPicPr preferRelativeResize="0"/>
          <p:nvPr/>
        </p:nvPicPr>
        <p:blipFill>
          <a:blip r:embed="rId3">
            <a:alphaModFix/>
          </a:blip>
          <a:stretch>
            <a:fillRect/>
          </a:stretch>
        </p:blipFill>
        <p:spPr>
          <a:xfrm>
            <a:off x="0" y="2073019"/>
            <a:ext cx="9143999" cy="210576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pic>
        <p:nvPicPr>
          <p:cNvPr id="324" name="Google Shape;324;p52" title="found two students names.png"/>
          <p:cNvPicPr preferRelativeResize="0"/>
          <p:nvPr/>
        </p:nvPicPr>
        <p:blipFill>
          <a:blip r:embed="rId3">
            <a:alphaModFix/>
          </a:blip>
          <a:stretch>
            <a:fillRect/>
          </a:stretch>
        </p:blipFill>
        <p:spPr>
          <a:xfrm>
            <a:off x="3584425" y="741150"/>
            <a:ext cx="5577424" cy="4288700"/>
          </a:xfrm>
          <a:prstGeom prst="rect">
            <a:avLst/>
          </a:prstGeom>
          <a:noFill/>
          <a:ln>
            <a:noFill/>
          </a:ln>
        </p:spPr>
      </p:pic>
      <p:sp>
        <p:nvSpPr>
          <p:cNvPr id="325" name="Google Shape;325;p52"/>
          <p:cNvSpPr txBox="1"/>
          <p:nvPr/>
        </p:nvSpPr>
        <p:spPr>
          <a:xfrm>
            <a:off x="131700" y="92975"/>
            <a:ext cx="9012300" cy="9804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hlink"/>
              </a:buClr>
              <a:buSzPts val="1100"/>
              <a:buFont typeface="Arial"/>
              <a:buNone/>
            </a:pPr>
            <a:r>
              <a:rPr lang="en" sz="3305">
                <a:solidFill>
                  <a:schemeClr val="dk1"/>
                </a:solidFill>
                <a:latin typeface="DM Sans"/>
                <a:ea typeface="DM Sans"/>
                <a:cs typeface="DM Sans"/>
                <a:sym typeface="DM Sans"/>
              </a:rPr>
              <a:t>Following IP Address/Collecting More Data</a:t>
            </a:r>
            <a:endParaRPr sz="3305">
              <a:solidFill>
                <a:schemeClr val="dk1"/>
              </a:solidFill>
              <a:latin typeface="DM Sans"/>
              <a:ea typeface="DM Sans"/>
              <a:cs typeface="DM Sans"/>
              <a:sym typeface="DM Sans"/>
            </a:endParaRPr>
          </a:p>
          <a:p>
            <a:pPr marL="0" lvl="0" indent="0" algn="l" rtl="0">
              <a:spcBef>
                <a:spcPts val="0"/>
              </a:spcBef>
              <a:spcAft>
                <a:spcPts val="0"/>
              </a:spcAft>
              <a:buNone/>
            </a:pPr>
            <a:endParaRPr sz="1000">
              <a:solidFill>
                <a:schemeClr val="dk2"/>
              </a:solidFill>
              <a:latin typeface="DM Sans"/>
              <a:ea typeface="DM Sans"/>
              <a:cs typeface="DM Sans"/>
              <a:sym typeface="DM Sans"/>
            </a:endParaRPr>
          </a:p>
        </p:txBody>
      </p:sp>
      <p:sp>
        <p:nvSpPr>
          <p:cNvPr id="326" name="Google Shape;326;p52"/>
          <p:cNvSpPr txBox="1"/>
          <p:nvPr/>
        </p:nvSpPr>
        <p:spPr>
          <a:xfrm>
            <a:off x="259525" y="831800"/>
            <a:ext cx="3168600" cy="39306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The names Amy Smith and Ava Book were found</a:t>
            </a: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Synchronization of someone’s yahoo address book</a:t>
            </a: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To check if either of these students are linked to the suspect, we will search for Amy and Ava’s emails: </a:t>
            </a:r>
            <a:r>
              <a:rPr lang="en" sz="1500" b="1">
                <a:solidFill>
                  <a:schemeClr val="dk2"/>
                </a:solidFill>
                <a:latin typeface="DM Sans"/>
                <a:ea typeface="DM Sans"/>
                <a:cs typeface="DM Sans"/>
                <a:sym typeface="DM Sans"/>
              </a:rPr>
              <a:t>amy789smith</a:t>
            </a:r>
            <a:r>
              <a:rPr lang="en" sz="1500">
                <a:solidFill>
                  <a:schemeClr val="dk2"/>
                </a:solidFill>
                <a:latin typeface="DM Sans"/>
                <a:ea typeface="DM Sans"/>
                <a:cs typeface="DM Sans"/>
                <a:sym typeface="DM Sans"/>
              </a:rPr>
              <a:t> and </a:t>
            </a:r>
            <a:r>
              <a:rPr lang="en" sz="1500" b="1">
                <a:solidFill>
                  <a:schemeClr val="dk2"/>
                </a:solidFill>
                <a:latin typeface="DM Sans"/>
                <a:ea typeface="DM Sans"/>
                <a:cs typeface="DM Sans"/>
                <a:sym typeface="DM Sans"/>
              </a:rPr>
              <a:t>avabook3</a:t>
            </a:r>
            <a:endParaRPr sz="1500" b="1">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Didn’t find any other packets with their names</a:t>
            </a:r>
            <a:endParaRPr sz="1500">
              <a:solidFill>
                <a:schemeClr val="dk2"/>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3"/>
          <p:cNvSpPr txBox="1">
            <a:spLocks noGrp="1"/>
          </p:cNvSpPr>
          <p:nvPr>
            <p:ph type="title"/>
          </p:nvPr>
        </p:nvSpPr>
        <p:spPr>
          <a:xfrm>
            <a:off x="311700" y="111175"/>
            <a:ext cx="8520600" cy="841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3638" b="0">
                <a:latin typeface="DM Sans"/>
                <a:ea typeface="DM Sans"/>
                <a:cs typeface="DM Sans"/>
                <a:sym typeface="DM Sans"/>
              </a:rPr>
              <a:t>Following IP Address/Collecting More Data</a:t>
            </a:r>
            <a:endParaRPr b="0">
              <a:latin typeface="DM Sans"/>
              <a:ea typeface="DM Sans"/>
              <a:cs typeface="DM Sans"/>
              <a:sym typeface="DM Sans"/>
            </a:endParaRPr>
          </a:p>
        </p:txBody>
      </p:sp>
      <p:sp>
        <p:nvSpPr>
          <p:cNvPr id="332" name="Google Shape;332;p53"/>
          <p:cNvSpPr txBox="1"/>
          <p:nvPr/>
        </p:nvSpPr>
        <p:spPr>
          <a:xfrm>
            <a:off x="153150" y="952975"/>
            <a:ext cx="8837700" cy="38646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The search was then switched to using the symbol </a:t>
            </a:r>
            <a:r>
              <a:rPr lang="en" sz="1500" b="1">
                <a:solidFill>
                  <a:srgbClr val="FF0000"/>
                </a:solidFill>
                <a:latin typeface="DM Sans"/>
                <a:ea typeface="DM Sans"/>
                <a:cs typeface="DM Sans"/>
                <a:sym typeface="DM Sans"/>
              </a:rPr>
              <a:t>@</a:t>
            </a: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Within the highlighted packet, an email address and another name was found</a:t>
            </a: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b="1">
              <a:solidFill>
                <a:srgbClr val="FF0000"/>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p:txBody>
      </p:sp>
      <p:pic>
        <p:nvPicPr>
          <p:cNvPr id="333" name="Google Shape;333;p53" title="searching @.png"/>
          <p:cNvPicPr preferRelativeResize="0"/>
          <p:nvPr/>
        </p:nvPicPr>
        <p:blipFill>
          <a:blip r:embed="rId3">
            <a:alphaModFix/>
          </a:blip>
          <a:stretch>
            <a:fillRect/>
          </a:stretch>
        </p:blipFill>
        <p:spPr>
          <a:xfrm>
            <a:off x="0" y="1428575"/>
            <a:ext cx="9143999" cy="2685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4"/>
          <p:cNvSpPr txBox="1">
            <a:spLocks noGrp="1"/>
          </p:cNvSpPr>
          <p:nvPr>
            <p:ph type="body" idx="31"/>
          </p:nvPr>
        </p:nvSpPr>
        <p:spPr>
          <a:xfrm>
            <a:off x="196947" y="196725"/>
            <a:ext cx="8644500" cy="777300"/>
          </a:xfrm>
          <a:prstGeom prst="rect">
            <a:avLst/>
          </a:prstGeom>
        </p:spPr>
        <p:txBody>
          <a:bodyPr spcFirstLastPara="1" wrap="square" lIns="91425" tIns="91425" rIns="91425" bIns="91425" anchor="ctr" anchorCtr="0">
            <a:noAutofit/>
          </a:bodyPr>
          <a:lstStyle/>
          <a:p>
            <a:pPr marL="0" lvl="0" indent="0" algn="l" rtl="0">
              <a:lnSpc>
                <a:spcPct val="90000"/>
              </a:lnSpc>
              <a:spcBef>
                <a:spcPts val="0"/>
              </a:spcBef>
              <a:spcAft>
                <a:spcPts val="0"/>
              </a:spcAft>
              <a:buClr>
                <a:schemeClr val="hlink"/>
              </a:buClr>
              <a:buSzPts val="1100"/>
              <a:buFont typeface="Arial"/>
              <a:buNone/>
            </a:pPr>
            <a:r>
              <a:rPr lang="en" sz="3338">
                <a:solidFill>
                  <a:schemeClr val="dk1"/>
                </a:solidFill>
              </a:rPr>
              <a:t>Following IP Address/Collecting More Data</a:t>
            </a:r>
            <a:endParaRPr sz="3300">
              <a:solidFill>
                <a:schemeClr val="dk1"/>
              </a:solidFill>
            </a:endParaRPr>
          </a:p>
          <a:p>
            <a:pPr marL="0" lvl="0" indent="0" algn="l" rtl="0">
              <a:spcBef>
                <a:spcPts val="0"/>
              </a:spcBef>
              <a:spcAft>
                <a:spcPts val="1200"/>
              </a:spcAft>
              <a:buNone/>
            </a:pPr>
            <a:endParaRPr/>
          </a:p>
        </p:txBody>
      </p:sp>
      <p:sp>
        <p:nvSpPr>
          <p:cNvPr id="339" name="Google Shape;339;p54"/>
          <p:cNvSpPr txBox="1"/>
          <p:nvPr/>
        </p:nvSpPr>
        <p:spPr>
          <a:xfrm>
            <a:off x="145875" y="973900"/>
            <a:ext cx="3126000" cy="26853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The email </a:t>
            </a:r>
            <a:r>
              <a:rPr lang="en" sz="1500" b="1">
                <a:solidFill>
                  <a:srgbClr val="FF0000"/>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jcoachj@gmail.com</a:t>
            </a:r>
            <a:r>
              <a:rPr lang="en" sz="1500">
                <a:solidFill>
                  <a:schemeClr val="dk2"/>
                </a:solidFill>
                <a:latin typeface="DM Sans"/>
                <a:ea typeface="DM Sans"/>
                <a:cs typeface="DM Sans"/>
                <a:sym typeface="DM Sans"/>
              </a:rPr>
              <a:t> and the name </a:t>
            </a:r>
            <a:r>
              <a:rPr lang="en" sz="1500" b="1">
                <a:solidFill>
                  <a:srgbClr val="FF0000"/>
                </a:solidFill>
                <a:latin typeface="DM Sans"/>
                <a:ea typeface="DM Sans"/>
                <a:cs typeface="DM Sans"/>
                <a:sym typeface="DM Sans"/>
              </a:rPr>
              <a:t>Jonny Coach</a:t>
            </a:r>
            <a:r>
              <a:rPr lang="en" sz="1500">
                <a:solidFill>
                  <a:schemeClr val="dk2"/>
                </a:solidFill>
                <a:latin typeface="DM Sans"/>
                <a:ea typeface="DM Sans"/>
                <a:cs typeface="DM Sans"/>
                <a:sym typeface="DM Sans"/>
              </a:rPr>
              <a:t> were found within this packet</a:t>
            </a:r>
            <a:endParaRPr sz="1500">
              <a:solidFill>
                <a:schemeClr val="dk2"/>
              </a:solidFill>
              <a:latin typeface="DM Sans"/>
              <a:ea typeface="DM Sans"/>
              <a:cs typeface="DM Sans"/>
              <a:sym typeface="DM Sans"/>
            </a:endParaRPr>
          </a:p>
          <a:p>
            <a:pPr marL="0" lvl="0" indent="0" algn="l" rtl="0">
              <a:spcBef>
                <a:spcPts val="0"/>
              </a:spcBef>
              <a:spcAft>
                <a:spcPts val="0"/>
              </a:spcAft>
              <a:buNone/>
            </a:pPr>
            <a:endParaRPr sz="1500">
              <a:solidFill>
                <a:schemeClr val="dk2"/>
              </a:solidFill>
              <a:latin typeface="DM Sans"/>
              <a:ea typeface="DM Sans"/>
              <a:cs typeface="DM Sans"/>
              <a:sym typeface="DM Sans"/>
            </a:endParaRPr>
          </a:p>
          <a:p>
            <a:pPr marL="457200" lvl="0" indent="-323850" algn="l" rtl="0">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To begin proving Johnny Coach was responsible for the harassing emails, look at the user-agents</a:t>
            </a:r>
            <a:endParaRPr sz="1500">
              <a:solidFill>
                <a:schemeClr val="dk2"/>
              </a:solidFill>
              <a:latin typeface="DM Sans"/>
              <a:ea typeface="DM Sans"/>
              <a:cs typeface="DM Sans"/>
              <a:sym typeface="DM Sans"/>
            </a:endParaRPr>
          </a:p>
        </p:txBody>
      </p:sp>
      <p:pic>
        <p:nvPicPr>
          <p:cNvPr id="340" name="Google Shape;340;p54" title="email found.png"/>
          <p:cNvPicPr preferRelativeResize="0"/>
          <p:nvPr/>
        </p:nvPicPr>
        <p:blipFill>
          <a:blip r:embed="rId4">
            <a:alphaModFix/>
          </a:blip>
          <a:stretch>
            <a:fillRect/>
          </a:stretch>
        </p:blipFill>
        <p:spPr>
          <a:xfrm>
            <a:off x="3452325" y="846625"/>
            <a:ext cx="5592225" cy="2934101"/>
          </a:xfrm>
          <a:prstGeom prst="rect">
            <a:avLst/>
          </a:prstGeom>
          <a:noFill/>
          <a:ln>
            <a:noFill/>
          </a:ln>
        </p:spPr>
      </p:pic>
      <p:pic>
        <p:nvPicPr>
          <p:cNvPr id="341" name="Google Shape;341;p54" title="name found.png"/>
          <p:cNvPicPr preferRelativeResize="0"/>
          <p:nvPr/>
        </p:nvPicPr>
        <p:blipFill>
          <a:blip r:embed="rId5">
            <a:alphaModFix/>
          </a:blip>
          <a:stretch>
            <a:fillRect/>
          </a:stretch>
        </p:blipFill>
        <p:spPr>
          <a:xfrm>
            <a:off x="2319775" y="3828425"/>
            <a:ext cx="6824225" cy="1315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5"/>
          <p:cNvSpPr txBox="1">
            <a:spLocks noGrp="1"/>
          </p:cNvSpPr>
          <p:nvPr>
            <p:ph type="body" idx="1"/>
          </p:nvPr>
        </p:nvSpPr>
        <p:spPr>
          <a:xfrm>
            <a:off x="311700" y="902950"/>
            <a:ext cx="8520600" cy="40440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SzPts val="1500"/>
              <a:buChar char="-"/>
            </a:pPr>
            <a:r>
              <a:rPr lang="en" sz="1500"/>
              <a:t>The user-agent from the harassing email packet and the packet in which we found the email were the same  → proves the same browser and operating system used</a:t>
            </a:r>
            <a:endParaRPr sz="1500"/>
          </a:p>
          <a:p>
            <a:pPr marL="0" lvl="0" indent="0" algn="l" rtl="0">
              <a:spcBef>
                <a:spcPts val="1200"/>
              </a:spcBef>
              <a:spcAft>
                <a:spcPts val="0"/>
              </a:spcAft>
              <a:buNone/>
            </a:pPr>
            <a:endParaRPr sz="1500"/>
          </a:p>
          <a:p>
            <a:pPr marL="0" lvl="0" indent="0" algn="l" rtl="0">
              <a:spcBef>
                <a:spcPts val="1200"/>
              </a:spcBef>
              <a:spcAft>
                <a:spcPts val="0"/>
              </a:spcAft>
              <a:buNone/>
            </a:pPr>
            <a:r>
              <a:rPr lang="en" sz="1500"/>
              <a:t>Harassing email packet:</a:t>
            </a:r>
            <a:endParaRPr sz="1500"/>
          </a:p>
          <a:p>
            <a:pPr marL="0" lvl="0" indent="0" algn="l" rtl="0">
              <a:spcBef>
                <a:spcPts val="1200"/>
              </a:spcBef>
              <a:spcAft>
                <a:spcPts val="0"/>
              </a:spcAft>
              <a:buNone/>
            </a:pPr>
            <a:endParaRPr sz="1500"/>
          </a:p>
          <a:p>
            <a:pPr marL="0" lvl="0" indent="0" algn="l" rtl="0">
              <a:spcBef>
                <a:spcPts val="1200"/>
              </a:spcBef>
              <a:spcAft>
                <a:spcPts val="0"/>
              </a:spcAft>
              <a:buNone/>
            </a:pPr>
            <a:r>
              <a:rPr lang="en" sz="1500">
                <a:solidFill>
                  <a:schemeClr val="hlink"/>
                </a:solidFill>
                <a:uFill>
                  <a:noFill/>
                </a:uFill>
                <a:hlinkClick r:id="rId3"/>
              </a:rPr>
              <a:t>jcoachj@gmail.com</a:t>
            </a:r>
            <a:r>
              <a:rPr lang="en" sz="1500"/>
              <a:t> packet:</a:t>
            </a:r>
            <a:endParaRPr sz="1500"/>
          </a:p>
          <a:p>
            <a:pPr marL="0" lvl="0" indent="0" algn="l" rtl="0">
              <a:spcBef>
                <a:spcPts val="1200"/>
              </a:spcBef>
              <a:spcAft>
                <a:spcPts val="0"/>
              </a:spcAft>
              <a:buNone/>
            </a:pPr>
            <a:endParaRPr sz="1500"/>
          </a:p>
          <a:p>
            <a:pPr marL="457200" lvl="0" indent="-323850" algn="l" rtl="0">
              <a:spcBef>
                <a:spcPts val="1200"/>
              </a:spcBef>
              <a:spcAft>
                <a:spcPts val="0"/>
              </a:spcAft>
              <a:buSzPts val="1500"/>
              <a:buChar char="-"/>
            </a:pPr>
            <a:r>
              <a:rPr lang="en" sz="1500"/>
              <a:t>The next information to collect to prove Johnny is guilty, comparing MAC addresses of the packets above</a:t>
            </a:r>
            <a:endParaRPr sz="1500"/>
          </a:p>
          <a:p>
            <a:pPr marL="0" lvl="0" indent="0" algn="l" rtl="0">
              <a:spcBef>
                <a:spcPts val="1200"/>
              </a:spcBef>
              <a:spcAft>
                <a:spcPts val="1200"/>
              </a:spcAft>
              <a:buNone/>
            </a:pPr>
            <a:endParaRPr sz="1500"/>
          </a:p>
        </p:txBody>
      </p:sp>
      <p:sp>
        <p:nvSpPr>
          <p:cNvPr id="347" name="Google Shape;347;p55"/>
          <p:cNvSpPr txBox="1">
            <a:spLocks noGrp="1"/>
          </p:cNvSpPr>
          <p:nvPr>
            <p:ph type="title"/>
          </p:nvPr>
        </p:nvSpPr>
        <p:spPr>
          <a:xfrm>
            <a:off x="197375" y="196450"/>
            <a:ext cx="8749200" cy="70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990"/>
              <a:buFont typeface="Arial"/>
              <a:buNone/>
            </a:pPr>
            <a:r>
              <a:rPr lang="en" sz="3405" b="0">
                <a:latin typeface="DM Sans"/>
                <a:ea typeface="DM Sans"/>
                <a:cs typeface="DM Sans"/>
                <a:sym typeface="DM Sans"/>
              </a:rPr>
              <a:t>Following IP Address/Collecting More Data</a:t>
            </a:r>
            <a:endParaRPr sz="3370" b="0">
              <a:latin typeface="DM Sans"/>
              <a:ea typeface="DM Sans"/>
              <a:cs typeface="DM Sans"/>
              <a:sym typeface="DM Sans"/>
            </a:endParaRPr>
          </a:p>
          <a:p>
            <a:pPr marL="0" lvl="0" indent="0" algn="l" rtl="0">
              <a:spcBef>
                <a:spcPts val="0"/>
              </a:spcBef>
              <a:spcAft>
                <a:spcPts val="0"/>
              </a:spcAft>
              <a:buSzPts val="990"/>
              <a:buNone/>
            </a:pPr>
            <a:endParaRPr sz="3105" b="0">
              <a:latin typeface="DM Sans"/>
              <a:ea typeface="DM Sans"/>
              <a:cs typeface="DM Sans"/>
              <a:sym typeface="DM Sans"/>
            </a:endParaRPr>
          </a:p>
        </p:txBody>
      </p:sp>
      <p:pic>
        <p:nvPicPr>
          <p:cNvPr id="348" name="Google Shape;348;p55" title="email user-agent.png"/>
          <p:cNvPicPr preferRelativeResize="0"/>
          <p:nvPr/>
        </p:nvPicPr>
        <p:blipFill>
          <a:blip r:embed="rId4">
            <a:alphaModFix/>
          </a:blip>
          <a:stretch>
            <a:fillRect/>
          </a:stretch>
        </p:blipFill>
        <p:spPr>
          <a:xfrm>
            <a:off x="2611775" y="1807225"/>
            <a:ext cx="5069626" cy="676275"/>
          </a:xfrm>
          <a:prstGeom prst="rect">
            <a:avLst/>
          </a:prstGeom>
          <a:noFill/>
          <a:ln>
            <a:noFill/>
          </a:ln>
        </p:spPr>
      </p:pic>
      <p:pic>
        <p:nvPicPr>
          <p:cNvPr id="349" name="Google Shape;349;p55" title="jcoach user-agent.png"/>
          <p:cNvPicPr preferRelativeResize="0"/>
          <p:nvPr/>
        </p:nvPicPr>
        <p:blipFill>
          <a:blip r:embed="rId5">
            <a:alphaModFix/>
          </a:blip>
          <a:stretch>
            <a:fillRect/>
          </a:stretch>
        </p:blipFill>
        <p:spPr>
          <a:xfrm>
            <a:off x="2967000" y="2678900"/>
            <a:ext cx="5069625" cy="676275"/>
          </a:xfrm>
          <a:prstGeom prst="rect">
            <a:avLst/>
          </a:prstGeom>
          <a:noFill/>
          <a:ln>
            <a:noFill/>
          </a:ln>
        </p:spPr>
      </p:pic>
      <p:pic>
        <p:nvPicPr>
          <p:cNvPr id="350" name="Google Shape;350;p55" title="email MAC.png"/>
          <p:cNvPicPr preferRelativeResize="0"/>
          <p:nvPr/>
        </p:nvPicPr>
        <p:blipFill>
          <a:blip r:embed="rId6">
            <a:alphaModFix/>
          </a:blip>
          <a:stretch>
            <a:fillRect/>
          </a:stretch>
        </p:blipFill>
        <p:spPr>
          <a:xfrm>
            <a:off x="252892" y="4382900"/>
            <a:ext cx="4212383" cy="487300"/>
          </a:xfrm>
          <a:prstGeom prst="rect">
            <a:avLst/>
          </a:prstGeom>
          <a:noFill/>
          <a:ln>
            <a:noFill/>
          </a:ln>
        </p:spPr>
      </p:pic>
      <p:pic>
        <p:nvPicPr>
          <p:cNvPr id="351" name="Google Shape;351;p55" title="jcoach MAC.png"/>
          <p:cNvPicPr preferRelativeResize="0"/>
          <p:nvPr/>
        </p:nvPicPr>
        <p:blipFill>
          <a:blip r:embed="rId7">
            <a:alphaModFix/>
          </a:blip>
          <a:stretch>
            <a:fillRect/>
          </a:stretch>
        </p:blipFill>
        <p:spPr>
          <a:xfrm>
            <a:off x="4663524" y="4346325"/>
            <a:ext cx="4283050" cy="48729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56"/>
          <p:cNvSpPr txBox="1">
            <a:spLocks noGrp="1"/>
          </p:cNvSpPr>
          <p:nvPr>
            <p:ph type="title"/>
          </p:nvPr>
        </p:nvSpPr>
        <p:spPr>
          <a:xfrm>
            <a:off x="197375" y="196450"/>
            <a:ext cx="8749200" cy="65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hlink"/>
              </a:buClr>
              <a:buSzPts val="990"/>
              <a:buFont typeface="Arial"/>
              <a:buNone/>
            </a:pPr>
            <a:r>
              <a:rPr lang="en" sz="3364" b="0">
                <a:latin typeface="DM Sans"/>
                <a:ea typeface="DM Sans"/>
                <a:cs typeface="DM Sans"/>
                <a:sym typeface="DM Sans"/>
              </a:rPr>
              <a:t>Following IP Address/Collecting More Data</a:t>
            </a:r>
            <a:endParaRPr sz="3333" b="0">
              <a:latin typeface="DM Sans"/>
              <a:ea typeface="DM Sans"/>
              <a:cs typeface="DM Sans"/>
              <a:sym typeface="DM Sans"/>
            </a:endParaRPr>
          </a:p>
          <a:p>
            <a:pPr marL="0" lvl="0" indent="0" algn="l" rtl="0">
              <a:spcBef>
                <a:spcPts val="0"/>
              </a:spcBef>
              <a:spcAft>
                <a:spcPts val="0"/>
              </a:spcAft>
              <a:buSzPts val="990"/>
              <a:buNone/>
            </a:pPr>
            <a:endParaRPr sz="3105"/>
          </a:p>
        </p:txBody>
      </p:sp>
      <p:sp>
        <p:nvSpPr>
          <p:cNvPr id="357" name="Google Shape;357;p56"/>
          <p:cNvSpPr txBox="1">
            <a:spLocks noGrp="1"/>
          </p:cNvSpPr>
          <p:nvPr>
            <p:ph type="body" idx="1"/>
          </p:nvPr>
        </p:nvSpPr>
        <p:spPr>
          <a:xfrm>
            <a:off x="311700" y="959700"/>
            <a:ext cx="8520600" cy="4183800"/>
          </a:xfrm>
          <a:prstGeom prst="rect">
            <a:avLst/>
          </a:prstGeom>
        </p:spPr>
        <p:txBody>
          <a:bodyPr spcFirstLastPara="1" wrap="square" lIns="91425" tIns="91425" rIns="91425" bIns="91425" anchor="t" anchorCtr="0">
            <a:normAutofit/>
          </a:bodyPr>
          <a:lstStyle/>
          <a:p>
            <a:pPr marL="457200" lvl="0" indent="-323850" algn="l" rtl="0">
              <a:spcBef>
                <a:spcPts val="0"/>
              </a:spcBef>
              <a:spcAft>
                <a:spcPts val="0"/>
              </a:spcAft>
              <a:buSzPts val="1500"/>
              <a:buChar char="-"/>
            </a:pPr>
            <a:r>
              <a:rPr lang="en" sz="1500"/>
              <a:t>Last pieces of information to prove that Johnny Coach was the suspect who sent the harassing emails to the professor are the timestamps</a:t>
            </a:r>
            <a:endParaRPr sz="1500"/>
          </a:p>
          <a:p>
            <a:pPr marL="0" lvl="0" indent="0" algn="l" rtl="0">
              <a:spcBef>
                <a:spcPts val="1200"/>
              </a:spcBef>
              <a:spcAft>
                <a:spcPts val="0"/>
              </a:spcAft>
              <a:buNone/>
            </a:pPr>
            <a:endParaRPr sz="1500"/>
          </a:p>
          <a:p>
            <a:pPr marL="457200" lvl="0" indent="-323850" algn="l" rtl="0">
              <a:spcBef>
                <a:spcPts val="1200"/>
              </a:spcBef>
              <a:spcAft>
                <a:spcPts val="0"/>
              </a:spcAft>
              <a:buSzPts val="1500"/>
              <a:buChar char="-"/>
            </a:pPr>
            <a:r>
              <a:rPr lang="en" sz="1500"/>
              <a:t>Difference in time between the login to the gmail account and one of the harassing emails was two minutes</a:t>
            </a:r>
            <a:endParaRPr sz="1500"/>
          </a:p>
          <a:p>
            <a:pPr marL="0" lvl="0" indent="0" algn="l" rtl="0">
              <a:spcBef>
                <a:spcPts val="1200"/>
              </a:spcBef>
              <a:spcAft>
                <a:spcPts val="0"/>
              </a:spcAft>
              <a:buNone/>
            </a:pPr>
            <a:endParaRPr sz="1500"/>
          </a:p>
          <a:p>
            <a:pPr marL="914400" lvl="0" indent="0" algn="l" rtl="0">
              <a:spcBef>
                <a:spcPts val="1200"/>
              </a:spcBef>
              <a:spcAft>
                <a:spcPts val="0"/>
              </a:spcAft>
              <a:buNone/>
            </a:pPr>
            <a:endParaRPr sz="1500"/>
          </a:p>
          <a:p>
            <a:pPr marL="914400" lvl="0" indent="0" algn="l" rtl="0">
              <a:spcBef>
                <a:spcPts val="1200"/>
              </a:spcBef>
              <a:spcAft>
                <a:spcPts val="0"/>
              </a:spcAft>
              <a:buNone/>
            </a:pPr>
            <a:endParaRPr sz="1500"/>
          </a:p>
          <a:p>
            <a:pPr marL="457200" lvl="0" indent="-323850" algn="l" rtl="0">
              <a:spcBef>
                <a:spcPts val="1200"/>
              </a:spcBef>
              <a:spcAft>
                <a:spcPts val="0"/>
              </a:spcAft>
              <a:buSzPts val="1500"/>
              <a:buChar char="-"/>
            </a:pPr>
            <a:r>
              <a:rPr lang="en" sz="1500"/>
              <a:t>Difference in time between one harassing email to another was one minute and 27 seconds</a:t>
            </a:r>
            <a:endParaRPr sz="1500"/>
          </a:p>
          <a:p>
            <a:pPr marL="457200" lvl="0" indent="0" algn="l" rtl="0">
              <a:spcBef>
                <a:spcPts val="1200"/>
              </a:spcBef>
              <a:spcAft>
                <a:spcPts val="1200"/>
              </a:spcAft>
              <a:buNone/>
            </a:pPr>
            <a:r>
              <a:rPr lang="en" sz="1500"/>
              <a:t> </a:t>
            </a:r>
            <a:endParaRPr sz="1500"/>
          </a:p>
        </p:txBody>
      </p:sp>
      <p:pic>
        <p:nvPicPr>
          <p:cNvPr id="358" name="Google Shape;358;p56" title="gmail login timestamp.png"/>
          <p:cNvPicPr preferRelativeResize="0"/>
          <p:nvPr/>
        </p:nvPicPr>
        <p:blipFill>
          <a:blip r:embed="rId3">
            <a:alphaModFix/>
          </a:blip>
          <a:stretch>
            <a:fillRect/>
          </a:stretch>
        </p:blipFill>
        <p:spPr>
          <a:xfrm>
            <a:off x="3166974" y="2503475"/>
            <a:ext cx="5532450" cy="704850"/>
          </a:xfrm>
          <a:prstGeom prst="rect">
            <a:avLst/>
          </a:prstGeom>
          <a:noFill/>
          <a:ln>
            <a:noFill/>
          </a:ln>
        </p:spPr>
      </p:pic>
      <p:pic>
        <p:nvPicPr>
          <p:cNvPr id="359" name="Google Shape;359;p56" title="email timestamp 1.png"/>
          <p:cNvPicPr preferRelativeResize="0"/>
          <p:nvPr/>
        </p:nvPicPr>
        <p:blipFill>
          <a:blip r:embed="rId4">
            <a:alphaModFix/>
          </a:blip>
          <a:stretch>
            <a:fillRect/>
          </a:stretch>
        </p:blipFill>
        <p:spPr>
          <a:xfrm>
            <a:off x="3166975" y="3280050"/>
            <a:ext cx="5532451" cy="771525"/>
          </a:xfrm>
          <a:prstGeom prst="rect">
            <a:avLst/>
          </a:prstGeom>
          <a:noFill/>
          <a:ln>
            <a:noFill/>
          </a:ln>
        </p:spPr>
      </p:pic>
      <p:pic>
        <p:nvPicPr>
          <p:cNvPr id="360" name="Google Shape;360;p56" title="email timestamp 2.png"/>
          <p:cNvPicPr preferRelativeResize="0"/>
          <p:nvPr/>
        </p:nvPicPr>
        <p:blipFill>
          <a:blip r:embed="rId5">
            <a:alphaModFix/>
          </a:blip>
          <a:stretch>
            <a:fillRect/>
          </a:stretch>
        </p:blipFill>
        <p:spPr>
          <a:xfrm>
            <a:off x="2057388" y="4379025"/>
            <a:ext cx="6238875" cy="7048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7"/>
          <p:cNvSpPr txBox="1">
            <a:spLocks noGrp="1"/>
          </p:cNvSpPr>
          <p:nvPr>
            <p:ph type="title"/>
          </p:nvPr>
        </p:nvSpPr>
        <p:spPr>
          <a:xfrm>
            <a:off x="197375" y="1052750"/>
            <a:ext cx="8128500" cy="2711700"/>
          </a:xfrm>
          <a:prstGeom prst="rect">
            <a:avLst/>
          </a:prstGeom>
        </p:spPr>
        <p:txBody>
          <a:bodyPr spcFirstLastPara="1" wrap="square" lIns="91425" tIns="91425" rIns="91425" bIns="91425" anchor="b" anchorCtr="0">
            <a:noAutofit/>
          </a:bodyPr>
          <a:lstStyle/>
          <a:p>
            <a:pPr marL="457200" lvl="0" indent="-355600" algn="l" rtl="0">
              <a:lnSpc>
                <a:spcPct val="150000"/>
              </a:lnSpc>
              <a:spcBef>
                <a:spcPts val="0"/>
              </a:spcBef>
              <a:spcAft>
                <a:spcPts val="0"/>
              </a:spcAft>
              <a:buClr>
                <a:schemeClr val="dk2"/>
              </a:buClr>
              <a:buSzPts val="2000"/>
              <a:buChar char="●"/>
            </a:pPr>
            <a:r>
              <a:rPr lang="en" sz="2000" b="0">
                <a:solidFill>
                  <a:schemeClr val="dk2"/>
                </a:solidFill>
              </a:rPr>
              <a:t>Primary tool: Wireshark</a:t>
            </a:r>
            <a:endParaRPr sz="2000" b="0">
              <a:solidFill>
                <a:schemeClr val="dk2"/>
              </a:solidFill>
            </a:endParaRPr>
          </a:p>
          <a:p>
            <a:pPr marL="457200" lvl="0" indent="-355600" algn="l" rtl="0">
              <a:lnSpc>
                <a:spcPct val="150000"/>
              </a:lnSpc>
              <a:spcBef>
                <a:spcPts val="0"/>
              </a:spcBef>
              <a:spcAft>
                <a:spcPts val="0"/>
              </a:spcAft>
              <a:buClr>
                <a:schemeClr val="dk2"/>
              </a:buClr>
              <a:buSzPts val="2000"/>
              <a:buChar char="●"/>
            </a:pPr>
            <a:r>
              <a:rPr lang="en" sz="2000" b="0">
                <a:solidFill>
                  <a:schemeClr val="dk2"/>
                </a:solidFill>
              </a:rPr>
              <a:t>Used for network traffic analysis and packet inspection</a:t>
            </a:r>
            <a:endParaRPr sz="2000" b="0">
              <a:solidFill>
                <a:schemeClr val="dk2"/>
              </a:solidFill>
            </a:endParaRPr>
          </a:p>
          <a:p>
            <a:pPr marL="457200" lvl="0" indent="-355600" algn="l" rtl="0">
              <a:lnSpc>
                <a:spcPct val="150000"/>
              </a:lnSpc>
              <a:spcBef>
                <a:spcPts val="0"/>
              </a:spcBef>
              <a:spcAft>
                <a:spcPts val="0"/>
              </a:spcAft>
              <a:buClr>
                <a:schemeClr val="dk2"/>
              </a:buClr>
              <a:buSzPts val="2000"/>
              <a:buChar char="●"/>
            </a:pPr>
            <a:r>
              <a:rPr lang="en" sz="2000" b="0">
                <a:solidFill>
                  <a:schemeClr val="dk2"/>
                </a:solidFill>
              </a:rPr>
              <a:t>Helped identify suspicious communications and source activity</a:t>
            </a:r>
            <a:endParaRPr sz="2000" b="0">
              <a:solidFill>
                <a:schemeClr val="dk2"/>
              </a:solidFill>
            </a:endParaRPr>
          </a:p>
          <a:p>
            <a:pPr marL="457200" lvl="0" indent="-355600" algn="l" rtl="0">
              <a:lnSpc>
                <a:spcPct val="150000"/>
              </a:lnSpc>
              <a:spcBef>
                <a:spcPts val="0"/>
              </a:spcBef>
              <a:spcAft>
                <a:spcPts val="0"/>
              </a:spcAft>
              <a:buClr>
                <a:schemeClr val="dk2"/>
              </a:buClr>
              <a:buSzPts val="2000"/>
              <a:buChar char="●"/>
            </a:pPr>
            <a:r>
              <a:rPr lang="en" sz="2000" b="0">
                <a:solidFill>
                  <a:schemeClr val="dk2"/>
                </a:solidFill>
              </a:rPr>
              <a:t>Allowed us to trace IP addresses involved in harassment</a:t>
            </a:r>
            <a:endParaRPr sz="2000" b="0">
              <a:solidFill>
                <a:schemeClr val="dk2"/>
              </a:solidFill>
            </a:endParaRPr>
          </a:p>
        </p:txBody>
      </p:sp>
      <p:sp>
        <p:nvSpPr>
          <p:cNvPr id="366" name="Google Shape;366;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14</a:t>
            </a:fld>
            <a:endParaRPr/>
          </a:p>
        </p:txBody>
      </p:sp>
      <p:sp>
        <p:nvSpPr>
          <p:cNvPr id="367" name="Google Shape;367;p57"/>
          <p:cNvSpPr txBox="1">
            <a:spLocks noGrp="1"/>
          </p:cNvSpPr>
          <p:nvPr>
            <p:ph type="body" idx="3"/>
          </p:nvPr>
        </p:nvSpPr>
        <p:spPr>
          <a:xfrm>
            <a:off x="434250" y="196450"/>
            <a:ext cx="8275500" cy="8562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4900"/>
              <a:t>Explanation/Analysis</a:t>
            </a:r>
            <a:endParaRPr sz="4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8"/>
          <p:cNvSpPr txBox="1">
            <a:spLocks noGrp="1"/>
          </p:cNvSpPr>
          <p:nvPr>
            <p:ph type="title"/>
          </p:nvPr>
        </p:nvSpPr>
        <p:spPr>
          <a:xfrm>
            <a:off x="311700" y="19645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hlink"/>
              </a:buClr>
              <a:buSzPts val="990"/>
              <a:buFont typeface="Arial"/>
              <a:buNone/>
            </a:pPr>
            <a:r>
              <a:rPr lang="en" sz="4900" b="0">
                <a:latin typeface="DM Sans"/>
                <a:ea typeface="DM Sans"/>
                <a:cs typeface="DM Sans"/>
                <a:sym typeface="DM Sans"/>
              </a:rPr>
              <a:t>What is Wireshark? </a:t>
            </a:r>
            <a:endParaRPr sz="4900" b="0">
              <a:latin typeface="DM Sans"/>
              <a:ea typeface="DM Sans"/>
              <a:cs typeface="DM Sans"/>
              <a:sym typeface="DM Sans"/>
            </a:endParaRPr>
          </a:p>
          <a:p>
            <a:pPr marL="0" lvl="0" indent="0" algn="l" rtl="0">
              <a:spcBef>
                <a:spcPts val="1200"/>
              </a:spcBef>
              <a:spcAft>
                <a:spcPts val="0"/>
              </a:spcAft>
              <a:buNone/>
            </a:pPr>
            <a:endParaRPr/>
          </a:p>
        </p:txBody>
      </p:sp>
      <p:sp>
        <p:nvSpPr>
          <p:cNvPr id="373" name="Google Shape;373;p5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55600" algn="l" rtl="0">
              <a:spcBef>
                <a:spcPts val="1200"/>
              </a:spcBef>
              <a:spcAft>
                <a:spcPts val="0"/>
              </a:spcAft>
              <a:buClr>
                <a:schemeClr val="hlink"/>
              </a:buClr>
              <a:buSzPts val="2000"/>
              <a:buFont typeface="Arial"/>
              <a:buChar char="●"/>
            </a:pPr>
            <a:r>
              <a:rPr lang="en" sz="2000"/>
              <a:t>Wireshark is a network protocol analyzer</a:t>
            </a:r>
            <a:endParaRPr sz="2000"/>
          </a:p>
          <a:p>
            <a:pPr marL="457200" lvl="0" indent="-355600" algn="l" rtl="0">
              <a:spcBef>
                <a:spcPts val="0"/>
              </a:spcBef>
              <a:spcAft>
                <a:spcPts val="0"/>
              </a:spcAft>
              <a:buClr>
                <a:schemeClr val="hlink"/>
              </a:buClr>
              <a:buSzPts val="2000"/>
              <a:buFont typeface="Arial"/>
              <a:buChar char="●"/>
            </a:pPr>
            <a:r>
              <a:rPr lang="en" sz="2000"/>
              <a:t>Captures and displays network traffic in real time or from saved files</a:t>
            </a:r>
            <a:endParaRPr sz="2000"/>
          </a:p>
          <a:p>
            <a:pPr marL="457200" lvl="0" indent="-355600" algn="l" rtl="0">
              <a:spcBef>
                <a:spcPts val="0"/>
              </a:spcBef>
              <a:spcAft>
                <a:spcPts val="0"/>
              </a:spcAft>
              <a:buClr>
                <a:schemeClr val="hlink"/>
              </a:buClr>
              <a:buSzPts val="2000"/>
              <a:buFont typeface="Arial"/>
              <a:buChar char="●"/>
            </a:pPr>
            <a:r>
              <a:rPr lang="en" sz="2000"/>
              <a:t>Allows investigators to:</a:t>
            </a:r>
            <a:endParaRPr sz="2000"/>
          </a:p>
          <a:p>
            <a:pPr marL="914400" lvl="1" indent="-355600" algn="l" rtl="0">
              <a:spcBef>
                <a:spcPts val="0"/>
              </a:spcBef>
              <a:spcAft>
                <a:spcPts val="0"/>
              </a:spcAft>
              <a:buClr>
                <a:schemeClr val="hlink"/>
              </a:buClr>
              <a:buSzPts val="2000"/>
              <a:buFont typeface="Arial"/>
              <a:buChar char="○"/>
            </a:pPr>
            <a:r>
              <a:rPr lang="en" sz="2000"/>
              <a:t>View individual data packets</a:t>
            </a:r>
            <a:endParaRPr sz="2000"/>
          </a:p>
          <a:p>
            <a:pPr marL="914400" lvl="1" indent="-355600" algn="l" rtl="0">
              <a:spcBef>
                <a:spcPts val="0"/>
              </a:spcBef>
              <a:spcAft>
                <a:spcPts val="0"/>
              </a:spcAft>
              <a:buClr>
                <a:schemeClr val="hlink"/>
              </a:buClr>
              <a:buSzPts val="2000"/>
              <a:buFont typeface="Arial"/>
              <a:buChar char="○"/>
            </a:pPr>
            <a:r>
              <a:rPr lang="en" sz="2000"/>
              <a:t>Filter traffic by IP address or protocol</a:t>
            </a:r>
            <a:endParaRPr sz="2000"/>
          </a:p>
          <a:p>
            <a:pPr marL="914400" lvl="1" indent="-355600" algn="l" rtl="0">
              <a:spcBef>
                <a:spcPts val="0"/>
              </a:spcBef>
              <a:spcAft>
                <a:spcPts val="0"/>
              </a:spcAft>
              <a:buClr>
                <a:schemeClr val="hlink"/>
              </a:buClr>
              <a:buSzPts val="2000"/>
              <a:buFont typeface="Arial"/>
              <a:buChar char="○"/>
            </a:pPr>
            <a:r>
              <a:rPr lang="en" sz="2000"/>
              <a:t>Reconstruct conversations from captured data</a:t>
            </a:r>
            <a:endParaRPr sz="2000"/>
          </a:p>
          <a:p>
            <a:pPr marL="457200" lvl="0" indent="0" algn="l" rtl="0">
              <a:spcBef>
                <a:spcPts val="1200"/>
              </a:spcBef>
              <a:spcAft>
                <a:spcPts val="120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9"/>
          <p:cNvSpPr txBox="1">
            <a:spLocks noGrp="1"/>
          </p:cNvSpPr>
          <p:nvPr>
            <p:ph type="title"/>
          </p:nvPr>
        </p:nvSpPr>
        <p:spPr>
          <a:xfrm>
            <a:off x="197375" y="196450"/>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hlink"/>
              </a:buClr>
              <a:buSzPts val="990"/>
              <a:buFont typeface="Arial"/>
              <a:buNone/>
            </a:pPr>
            <a:r>
              <a:rPr lang="en" sz="3710" b="0">
                <a:latin typeface="DM Sans"/>
                <a:ea typeface="DM Sans"/>
                <a:cs typeface="DM Sans"/>
                <a:sym typeface="DM Sans"/>
              </a:rPr>
              <a:t>How We Used Wireshark in This Case </a:t>
            </a:r>
            <a:endParaRPr sz="3710" b="0">
              <a:latin typeface="DM Sans"/>
              <a:ea typeface="DM Sans"/>
              <a:cs typeface="DM Sans"/>
              <a:sym typeface="DM Sans"/>
            </a:endParaRPr>
          </a:p>
          <a:p>
            <a:pPr marL="0" lvl="0" indent="0" algn="l" rtl="0">
              <a:spcBef>
                <a:spcPts val="1200"/>
              </a:spcBef>
              <a:spcAft>
                <a:spcPts val="0"/>
              </a:spcAft>
              <a:buSzPts val="990"/>
              <a:buNone/>
            </a:pPr>
            <a:endParaRPr sz="3105"/>
          </a:p>
        </p:txBody>
      </p:sp>
      <p:sp>
        <p:nvSpPr>
          <p:cNvPr id="379" name="Google Shape;379;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55600" algn="l" rtl="0">
              <a:spcBef>
                <a:spcPts val="1200"/>
              </a:spcBef>
              <a:spcAft>
                <a:spcPts val="0"/>
              </a:spcAft>
              <a:buClr>
                <a:schemeClr val="hlink"/>
              </a:buClr>
              <a:buSzPts val="2000"/>
              <a:buFont typeface="Arial"/>
              <a:buChar char="●"/>
            </a:pPr>
            <a:r>
              <a:rPr lang="en" sz="2000">
                <a:solidFill>
                  <a:schemeClr val="hlink"/>
                </a:solidFill>
                <a:latin typeface="Arial"/>
                <a:ea typeface="Arial"/>
                <a:cs typeface="Arial"/>
                <a:sym typeface="Arial"/>
              </a:rPr>
              <a:t>Loaded the provided PCAP file from the Nitroba University scenario</a:t>
            </a:r>
            <a:endParaRPr sz="2000">
              <a:solidFill>
                <a:schemeClr val="hlink"/>
              </a:solidFill>
              <a:latin typeface="Arial"/>
              <a:ea typeface="Arial"/>
              <a:cs typeface="Arial"/>
              <a:sym typeface="Arial"/>
            </a:endParaRPr>
          </a:p>
          <a:p>
            <a:pPr marL="457200" lvl="0" indent="-355600" algn="l" rtl="0">
              <a:spcBef>
                <a:spcPts val="0"/>
              </a:spcBef>
              <a:spcAft>
                <a:spcPts val="0"/>
              </a:spcAft>
              <a:buClr>
                <a:schemeClr val="hlink"/>
              </a:buClr>
              <a:buSzPts val="2000"/>
              <a:buFont typeface="Arial"/>
              <a:buChar char="●"/>
            </a:pPr>
            <a:r>
              <a:rPr lang="en" sz="2000">
                <a:solidFill>
                  <a:schemeClr val="hlink"/>
                </a:solidFill>
                <a:latin typeface="Arial"/>
                <a:ea typeface="Arial"/>
                <a:cs typeface="Arial"/>
                <a:sym typeface="Arial"/>
              </a:rPr>
              <a:t>Applied filters to narrow down relevant traffic:</a:t>
            </a:r>
            <a:endParaRPr sz="2000">
              <a:solidFill>
                <a:schemeClr val="hlink"/>
              </a:solidFill>
              <a:latin typeface="Arial"/>
              <a:ea typeface="Arial"/>
              <a:cs typeface="Arial"/>
              <a:sym typeface="Arial"/>
            </a:endParaRPr>
          </a:p>
          <a:p>
            <a:pPr marL="914400" lvl="1" indent="-355600" algn="l" rtl="0">
              <a:spcBef>
                <a:spcPts val="0"/>
              </a:spcBef>
              <a:spcAft>
                <a:spcPts val="0"/>
              </a:spcAft>
              <a:buClr>
                <a:schemeClr val="hlink"/>
              </a:buClr>
              <a:buSzPts val="2000"/>
              <a:buFont typeface="Arial"/>
              <a:buChar char="○"/>
            </a:pPr>
            <a:r>
              <a:rPr lang="en" sz="2000">
                <a:solidFill>
                  <a:srgbClr val="188038"/>
                </a:solidFill>
                <a:latin typeface="Roboto Mono"/>
                <a:ea typeface="Roboto Mono"/>
                <a:cs typeface="Roboto Mono"/>
                <a:sym typeface="Roboto Mono"/>
              </a:rPr>
              <a:t>http</a:t>
            </a:r>
            <a:r>
              <a:rPr lang="en" sz="2000">
                <a:solidFill>
                  <a:schemeClr val="hlink"/>
                </a:solidFill>
                <a:latin typeface="Arial"/>
                <a:ea typeface="Arial"/>
                <a:cs typeface="Arial"/>
                <a:sym typeface="Arial"/>
              </a:rPr>
              <a:t> to view web activity</a:t>
            </a:r>
            <a:endParaRPr sz="2000">
              <a:solidFill>
                <a:schemeClr val="hlink"/>
              </a:solidFill>
              <a:latin typeface="Arial"/>
              <a:ea typeface="Arial"/>
              <a:cs typeface="Arial"/>
              <a:sym typeface="Arial"/>
            </a:endParaRPr>
          </a:p>
          <a:p>
            <a:pPr marL="914400" lvl="1" indent="-355600" algn="l" rtl="0">
              <a:spcBef>
                <a:spcPts val="0"/>
              </a:spcBef>
              <a:spcAft>
                <a:spcPts val="0"/>
              </a:spcAft>
              <a:buClr>
                <a:schemeClr val="hlink"/>
              </a:buClr>
              <a:buSzPts val="2000"/>
              <a:buFont typeface="Arial"/>
              <a:buChar char="○"/>
            </a:pPr>
            <a:r>
              <a:rPr lang="en" sz="2000">
                <a:solidFill>
                  <a:srgbClr val="188038"/>
                </a:solidFill>
                <a:latin typeface="Roboto Mono"/>
                <a:ea typeface="Roboto Mono"/>
                <a:cs typeface="Roboto Mono"/>
                <a:sym typeface="Roboto Mono"/>
              </a:rPr>
              <a:t>ip.addr == [192.168.15.4 ]</a:t>
            </a:r>
            <a:r>
              <a:rPr lang="en" sz="2000">
                <a:solidFill>
                  <a:schemeClr val="hlink"/>
                </a:solidFill>
                <a:latin typeface="Arial"/>
                <a:ea typeface="Arial"/>
                <a:cs typeface="Arial"/>
                <a:sym typeface="Arial"/>
              </a:rPr>
              <a:t> to track specific users</a:t>
            </a:r>
            <a:endParaRPr sz="2000">
              <a:solidFill>
                <a:schemeClr val="hlink"/>
              </a:solidFill>
              <a:latin typeface="Arial"/>
              <a:ea typeface="Arial"/>
              <a:cs typeface="Arial"/>
              <a:sym typeface="Arial"/>
            </a:endParaRPr>
          </a:p>
          <a:p>
            <a:pPr marL="914400" lvl="1" indent="-355600" algn="l" rtl="0">
              <a:spcBef>
                <a:spcPts val="0"/>
              </a:spcBef>
              <a:spcAft>
                <a:spcPts val="0"/>
              </a:spcAft>
              <a:buClr>
                <a:schemeClr val="hlink"/>
              </a:buClr>
              <a:buSzPts val="2000"/>
              <a:buFont typeface="Arial"/>
              <a:buChar char="○"/>
            </a:pPr>
            <a:r>
              <a:rPr lang="en" sz="2000">
                <a:solidFill>
                  <a:srgbClr val="188038"/>
                </a:solidFill>
                <a:latin typeface="Roboto Mono"/>
                <a:ea typeface="Roboto Mono"/>
                <a:cs typeface="Roboto Mono"/>
                <a:sym typeface="Roboto Mono"/>
              </a:rPr>
              <a:t>tcp.stream</a:t>
            </a:r>
            <a:r>
              <a:rPr lang="en" sz="2000">
                <a:solidFill>
                  <a:schemeClr val="hlink"/>
                </a:solidFill>
                <a:latin typeface="Arial"/>
                <a:ea typeface="Arial"/>
                <a:cs typeface="Arial"/>
                <a:sym typeface="Arial"/>
              </a:rPr>
              <a:t> to rebuild conversations</a:t>
            </a:r>
            <a:endParaRPr sz="2000">
              <a:solidFill>
                <a:schemeClr val="hlink"/>
              </a:solidFill>
              <a:latin typeface="Arial"/>
              <a:ea typeface="Arial"/>
              <a:cs typeface="Arial"/>
              <a:sym typeface="Arial"/>
            </a:endParaRPr>
          </a:p>
          <a:p>
            <a:pPr marL="457200" lvl="0" indent="-355600" algn="l" rtl="0">
              <a:spcBef>
                <a:spcPts val="0"/>
              </a:spcBef>
              <a:spcAft>
                <a:spcPts val="0"/>
              </a:spcAft>
              <a:buClr>
                <a:schemeClr val="hlink"/>
              </a:buClr>
              <a:buSzPts val="2000"/>
              <a:buFont typeface="Arial"/>
              <a:buChar char="●"/>
            </a:pPr>
            <a:r>
              <a:rPr lang="en" sz="2000">
                <a:solidFill>
                  <a:schemeClr val="hlink"/>
                </a:solidFill>
                <a:latin typeface="Arial"/>
                <a:ea typeface="Arial"/>
                <a:cs typeface="Arial"/>
                <a:sym typeface="Arial"/>
              </a:rPr>
              <a:t>Identified harassment-related messages and their origin</a:t>
            </a:r>
            <a:endParaRPr sz="2000">
              <a:solidFill>
                <a:schemeClr val="hlink"/>
              </a:solidFill>
              <a:latin typeface="Arial"/>
              <a:ea typeface="Arial"/>
              <a:cs typeface="Arial"/>
              <a:sym typeface="Arial"/>
            </a:endParaRPr>
          </a:p>
          <a:p>
            <a:pPr marL="0" lvl="0" indent="0" algn="l" rtl="0">
              <a:spcBef>
                <a:spcPts val="1200"/>
              </a:spcBef>
              <a:spcAft>
                <a:spcPts val="120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0"/>
          <p:cNvSpPr txBox="1">
            <a:spLocks noGrp="1"/>
          </p:cNvSpPr>
          <p:nvPr>
            <p:ph type="title"/>
          </p:nvPr>
        </p:nvSpPr>
        <p:spPr>
          <a:xfrm>
            <a:off x="311700" y="260325"/>
            <a:ext cx="8520600" cy="57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hlink"/>
              </a:buClr>
              <a:buSzPts val="1100"/>
              <a:buFont typeface="Arial"/>
              <a:buNone/>
            </a:pPr>
            <a:r>
              <a:rPr lang="en" sz="3700" b="0">
                <a:latin typeface="DM Sans"/>
                <a:ea typeface="DM Sans"/>
                <a:cs typeface="DM Sans"/>
                <a:sym typeface="DM Sans"/>
              </a:rPr>
              <a:t>Analysis Process (Step-by-Step) </a:t>
            </a:r>
            <a:endParaRPr sz="3700" b="0">
              <a:latin typeface="DM Sans"/>
              <a:ea typeface="DM Sans"/>
              <a:cs typeface="DM Sans"/>
              <a:sym typeface="DM Sans"/>
            </a:endParaRPr>
          </a:p>
          <a:p>
            <a:pPr marL="0" lvl="0" indent="0" algn="l" rtl="0">
              <a:spcBef>
                <a:spcPts val="1200"/>
              </a:spcBef>
              <a:spcAft>
                <a:spcPts val="0"/>
              </a:spcAft>
              <a:buNone/>
            </a:pPr>
            <a:endParaRPr/>
          </a:p>
        </p:txBody>
      </p:sp>
      <p:sp>
        <p:nvSpPr>
          <p:cNvPr id="385" name="Google Shape;385;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a:t>Opened the network capture file in Wireshark</a:t>
            </a:r>
            <a:endParaRPr sz="2000"/>
          </a:p>
          <a:p>
            <a:pPr marL="457200" lvl="0" indent="-355600" algn="l" rtl="0">
              <a:spcBef>
                <a:spcPts val="0"/>
              </a:spcBef>
              <a:spcAft>
                <a:spcPts val="0"/>
              </a:spcAft>
              <a:buSzPts val="2000"/>
              <a:buChar char="●"/>
            </a:pPr>
            <a:r>
              <a:rPr lang="en" sz="2000"/>
              <a:t>Filtered traffic to isolate suspicious activity</a:t>
            </a:r>
            <a:endParaRPr sz="2000"/>
          </a:p>
          <a:p>
            <a:pPr marL="457200" lvl="0" indent="-355600" algn="l" rtl="0">
              <a:spcBef>
                <a:spcPts val="0"/>
              </a:spcBef>
              <a:spcAft>
                <a:spcPts val="0"/>
              </a:spcAft>
              <a:buSzPts val="2000"/>
              <a:buChar char="●"/>
            </a:pPr>
            <a:r>
              <a:rPr lang="en" sz="2000"/>
              <a:t>Followed TCP streams to reconstruct conversations</a:t>
            </a:r>
            <a:endParaRPr sz="2000"/>
          </a:p>
          <a:p>
            <a:pPr marL="457200" lvl="0" indent="-355600" algn="l" rtl="0">
              <a:spcBef>
                <a:spcPts val="0"/>
              </a:spcBef>
              <a:spcAft>
                <a:spcPts val="0"/>
              </a:spcAft>
              <a:buSzPts val="2000"/>
              <a:buChar char="●"/>
            </a:pPr>
            <a:r>
              <a:rPr lang="en" sz="2000"/>
              <a:t>Identified repeated communication from the same IP address</a:t>
            </a:r>
            <a:endParaRPr sz="2000"/>
          </a:p>
          <a:p>
            <a:pPr marL="457200" lvl="0" indent="-355600" algn="l" rtl="0">
              <a:spcBef>
                <a:spcPts val="0"/>
              </a:spcBef>
              <a:spcAft>
                <a:spcPts val="0"/>
              </a:spcAft>
              <a:buSzPts val="2000"/>
              <a:buChar char="●"/>
            </a:pPr>
            <a:r>
              <a:rPr lang="en" sz="2000"/>
              <a:t>Extracted key metadata (IP addresses, timestamps, protocols)</a:t>
            </a:r>
            <a:endParaRPr sz="2000"/>
          </a:p>
          <a:p>
            <a:pPr marL="457200" lvl="0" indent="-355600" algn="l" rtl="0">
              <a:spcBef>
                <a:spcPts val="0"/>
              </a:spcBef>
              <a:spcAft>
                <a:spcPts val="0"/>
              </a:spcAft>
              <a:buSzPts val="2000"/>
              <a:buChar char="●"/>
            </a:pPr>
            <a:r>
              <a:rPr lang="en" sz="2000"/>
              <a:t>Linked findings to case objectives</a:t>
            </a:r>
            <a:endParaRPr sz="2000"/>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61"/>
          <p:cNvSpPr txBox="1">
            <a:spLocks noGrp="1"/>
          </p:cNvSpPr>
          <p:nvPr>
            <p:ph type="title"/>
          </p:nvPr>
        </p:nvSpPr>
        <p:spPr>
          <a:xfrm>
            <a:off x="311700" y="19645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chemeClr val="hlink"/>
              </a:buClr>
              <a:buSzPts val="990"/>
              <a:buFont typeface="Arial"/>
              <a:buNone/>
            </a:pPr>
            <a:r>
              <a:rPr lang="en" sz="4900" b="0">
                <a:latin typeface="DM Sans"/>
                <a:ea typeface="DM Sans"/>
                <a:cs typeface="DM Sans"/>
                <a:sym typeface="DM Sans"/>
              </a:rPr>
              <a:t>Additional Tools &amp; Techniques </a:t>
            </a:r>
            <a:endParaRPr sz="4900" b="0">
              <a:latin typeface="DM Sans"/>
              <a:ea typeface="DM Sans"/>
              <a:cs typeface="DM Sans"/>
              <a:sym typeface="DM Sans"/>
            </a:endParaRPr>
          </a:p>
          <a:p>
            <a:pPr marL="0" lvl="0" indent="0" algn="l" rtl="0">
              <a:spcBef>
                <a:spcPts val="1200"/>
              </a:spcBef>
              <a:spcAft>
                <a:spcPts val="0"/>
              </a:spcAft>
              <a:buNone/>
            </a:pPr>
            <a:endParaRPr/>
          </a:p>
        </p:txBody>
      </p:sp>
      <p:sp>
        <p:nvSpPr>
          <p:cNvPr id="391" name="Google Shape;391;p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a:t>IP lookup tools to trace geographic location and ISP</a:t>
            </a:r>
            <a:endParaRPr sz="2000"/>
          </a:p>
          <a:p>
            <a:pPr marL="457200" lvl="0" indent="-355600" algn="l" rtl="0">
              <a:spcBef>
                <a:spcPts val="0"/>
              </a:spcBef>
              <a:spcAft>
                <a:spcPts val="0"/>
              </a:spcAft>
              <a:buSzPts val="2000"/>
              <a:buChar char="●"/>
            </a:pPr>
            <a:r>
              <a:rPr lang="en" sz="2000"/>
              <a:t>Packet inspection to detect hidden or encoded data</a:t>
            </a:r>
            <a:endParaRPr sz="2000"/>
          </a:p>
          <a:p>
            <a:pPr marL="457200" lvl="0" indent="-355600" algn="l" rtl="0">
              <a:spcBef>
                <a:spcPts val="0"/>
              </a:spcBef>
              <a:spcAft>
                <a:spcPts val="0"/>
              </a:spcAft>
              <a:buSzPts val="2000"/>
              <a:buChar char="●"/>
            </a:pPr>
            <a:r>
              <a:rPr lang="en" sz="2000"/>
              <a:t>Email header analysis (if applicable to scenario)</a:t>
            </a:r>
            <a:endParaRPr sz="2000"/>
          </a:p>
          <a:p>
            <a:pPr marL="457200" lvl="0" indent="-355600" algn="l" rtl="0">
              <a:spcBef>
                <a:spcPts val="0"/>
              </a:spcBef>
              <a:spcAft>
                <a:spcPts val="0"/>
              </a:spcAft>
              <a:buSzPts val="2000"/>
              <a:buChar char="●"/>
            </a:pPr>
            <a:r>
              <a:rPr lang="en" sz="2000"/>
              <a:t>Timeline reconstruction using timestamps from packets</a:t>
            </a:r>
            <a:endParaRPr sz="2000"/>
          </a:p>
          <a:p>
            <a:pPr marL="457200" lvl="0" indent="0" algn="l" rtl="0">
              <a:spcBef>
                <a:spcPts val="120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62"/>
          <p:cNvSpPr txBox="1">
            <a:spLocks noGrp="1"/>
          </p:cNvSpPr>
          <p:nvPr>
            <p:ph type="title"/>
          </p:nvPr>
        </p:nvSpPr>
        <p:spPr>
          <a:xfrm>
            <a:off x="311700" y="19645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605" b="0">
                <a:latin typeface="DM Sans"/>
                <a:ea typeface="DM Sans"/>
                <a:cs typeface="DM Sans"/>
                <a:sym typeface="DM Sans"/>
              </a:rPr>
              <a:t>Key Takeaways from Our Methodology </a:t>
            </a:r>
            <a:endParaRPr sz="3605" b="0">
              <a:latin typeface="DM Sans"/>
              <a:ea typeface="DM Sans"/>
              <a:cs typeface="DM Sans"/>
              <a:sym typeface="DM Sans"/>
            </a:endParaRPr>
          </a:p>
        </p:txBody>
      </p:sp>
      <p:sp>
        <p:nvSpPr>
          <p:cNvPr id="397" name="Google Shape;397;p6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55600" algn="l" rtl="0">
              <a:spcBef>
                <a:spcPts val="1200"/>
              </a:spcBef>
              <a:spcAft>
                <a:spcPts val="0"/>
              </a:spcAft>
              <a:buClr>
                <a:schemeClr val="hlink"/>
              </a:buClr>
              <a:buSzPts val="2000"/>
              <a:buFont typeface="Arial"/>
              <a:buChar char="●"/>
            </a:pPr>
            <a:r>
              <a:rPr lang="en" sz="2000"/>
              <a:t>Network forensics relies on analyzing raw packet data</a:t>
            </a:r>
            <a:endParaRPr sz="2000"/>
          </a:p>
          <a:p>
            <a:pPr marL="457200" lvl="0" indent="-355600" algn="l" rtl="0">
              <a:spcBef>
                <a:spcPts val="0"/>
              </a:spcBef>
              <a:spcAft>
                <a:spcPts val="0"/>
              </a:spcAft>
              <a:buClr>
                <a:schemeClr val="hlink"/>
              </a:buClr>
              <a:buSzPts val="2000"/>
              <a:buFont typeface="Arial"/>
              <a:buChar char="●"/>
            </a:pPr>
            <a:r>
              <a:rPr lang="en" sz="2000"/>
              <a:t>Filtering is essential to isolate relevant evidence</a:t>
            </a:r>
            <a:endParaRPr sz="2000"/>
          </a:p>
          <a:p>
            <a:pPr marL="457200" lvl="0" indent="-355600" algn="l" rtl="0">
              <a:spcBef>
                <a:spcPts val="0"/>
              </a:spcBef>
              <a:spcAft>
                <a:spcPts val="0"/>
              </a:spcAft>
              <a:buClr>
                <a:schemeClr val="hlink"/>
              </a:buClr>
              <a:buSzPts val="2000"/>
              <a:buFont typeface="Arial"/>
              <a:buChar char="●"/>
            </a:pPr>
            <a:r>
              <a:rPr lang="en" sz="2000"/>
              <a:t>IP addresses and timestamps help build digital timelines</a:t>
            </a:r>
            <a:endParaRPr sz="2000"/>
          </a:p>
          <a:p>
            <a:pPr marL="457200" lvl="0" indent="-355600" algn="l" rtl="0">
              <a:lnSpc>
                <a:spcPct val="150000"/>
              </a:lnSpc>
              <a:spcBef>
                <a:spcPts val="0"/>
              </a:spcBef>
              <a:spcAft>
                <a:spcPts val="0"/>
              </a:spcAft>
              <a:buClr>
                <a:schemeClr val="hlink"/>
              </a:buClr>
              <a:buSzPts val="2000"/>
              <a:buFont typeface="Arial"/>
              <a:buChar char="●"/>
            </a:pPr>
            <a:r>
              <a:rPr lang="en" sz="2000"/>
              <a:t>Wireshark allows reconstruction of real user activity from traffic data</a:t>
            </a:r>
            <a:endParaRPr sz="2000"/>
          </a:p>
          <a:p>
            <a:pPr marL="457200" lvl="0" indent="0" algn="l" rtl="0">
              <a:spcBef>
                <a:spcPts val="1200"/>
              </a:spcBef>
              <a:spcAft>
                <a:spcPts val="120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63"/>
          <p:cNvSpPr txBox="1">
            <a:spLocks noGrp="1"/>
          </p:cNvSpPr>
          <p:nvPr>
            <p:ph type="body" idx="1"/>
          </p:nvPr>
        </p:nvSpPr>
        <p:spPr>
          <a:xfrm>
            <a:off x="246600" y="1137075"/>
            <a:ext cx="8275200" cy="1911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u="sng">
                <a:solidFill>
                  <a:schemeClr val="hlink"/>
                </a:solidFill>
                <a:latin typeface="Merriweather"/>
                <a:ea typeface="Merriweather"/>
                <a:cs typeface="Merriweather"/>
                <a:sym typeface="Merriweather"/>
                <a:hlinkClick r:id="rId3"/>
              </a:rPr>
              <a:t>https://daniel-weninger.com/blog/forensics-2-nitroba/</a:t>
            </a:r>
            <a:endParaRPr>
              <a:latin typeface="Merriweather"/>
              <a:ea typeface="Merriweather"/>
              <a:cs typeface="Merriweather"/>
              <a:sym typeface="Merriweather"/>
            </a:endParaRPr>
          </a:p>
          <a:p>
            <a:pPr marL="0" lvl="0" indent="0" algn="l" rtl="0">
              <a:spcBef>
                <a:spcPts val="1200"/>
              </a:spcBef>
              <a:spcAft>
                <a:spcPts val="0"/>
              </a:spcAft>
              <a:buNone/>
            </a:pPr>
            <a:r>
              <a:rPr lang="en" u="sng">
                <a:solidFill>
                  <a:schemeClr val="hlink"/>
                </a:solidFill>
                <a:latin typeface="Merriweather"/>
                <a:ea typeface="Merriweather"/>
                <a:cs typeface="Merriweather"/>
                <a:sym typeface="Merriweather"/>
                <a:hlinkClick r:id="rId4"/>
              </a:rPr>
              <a:t>https://digitalcorpora.s3.amazonaws.com/corpora/scenarios/2008-nitroba/slides.pdf</a:t>
            </a:r>
            <a:endParaRPr>
              <a:latin typeface="Merriweather"/>
              <a:ea typeface="Merriweather"/>
              <a:cs typeface="Merriweather"/>
              <a:sym typeface="Merriweather"/>
            </a:endParaRPr>
          </a:p>
          <a:p>
            <a:pPr marL="0" lvl="0" indent="0" algn="l" rtl="0">
              <a:spcBef>
                <a:spcPts val="1200"/>
              </a:spcBef>
              <a:spcAft>
                <a:spcPts val="0"/>
              </a:spcAft>
              <a:buNone/>
            </a:pPr>
            <a:endParaRPr>
              <a:latin typeface="Merriweather"/>
              <a:ea typeface="Merriweather"/>
              <a:cs typeface="Merriweather"/>
              <a:sym typeface="Merriweather"/>
            </a:endParaRPr>
          </a:p>
          <a:p>
            <a:pPr marL="0" lvl="0" indent="0" algn="l" rtl="0">
              <a:spcBef>
                <a:spcPts val="1200"/>
              </a:spcBef>
              <a:spcAft>
                <a:spcPts val="1200"/>
              </a:spcAft>
              <a:buNone/>
            </a:pPr>
            <a:endParaRPr>
              <a:latin typeface="Merriweather"/>
              <a:ea typeface="Merriweather"/>
              <a:cs typeface="Merriweather"/>
              <a:sym typeface="Merriweather"/>
            </a:endParaRPr>
          </a:p>
        </p:txBody>
      </p:sp>
      <p:sp>
        <p:nvSpPr>
          <p:cNvPr id="403" name="Google Shape;403;p63"/>
          <p:cNvSpPr txBox="1">
            <a:spLocks noGrp="1"/>
          </p:cNvSpPr>
          <p:nvPr>
            <p:ph type="body" idx="31"/>
          </p:nvPr>
        </p:nvSpPr>
        <p:spPr>
          <a:xfrm>
            <a:off x="196950" y="196725"/>
            <a:ext cx="8374500" cy="7935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4900">
                <a:solidFill>
                  <a:schemeClr val="dk1"/>
                </a:solidFill>
              </a:rPr>
              <a:t>References</a:t>
            </a:r>
            <a:endParaRPr sz="49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960</Words>
  <Application>Microsoft Office PowerPoint</Application>
  <PresentationFormat>On-screen Show (16:9)</PresentationFormat>
  <Paragraphs>143</Paragraphs>
  <Slides>20</Slides>
  <Notes>20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Roboto Mono</vt:lpstr>
      <vt:lpstr>DM Sans</vt:lpstr>
      <vt:lpstr>Arial</vt:lpstr>
      <vt:lpstr>Merriweather</vt:lpstr>
      <vt:lpstr>DM Sans Medium</vt:lpstr>
      <vt:lpstr>Simple Light</vt:lpstr>
      <vt:lpstr>Science Presentation</vt:lpstr>
      <vt:lpstr>2008 Nitroba University Harassment Scenario</vt:lpstr>
      <vt:lpstr>PowerPoint Presentation</vt:lpstr>
      <vt:lpstr>PowerPoint Presentation</vt:lpstr>
      <vt:lpstr>PowerPoint Presentation</vt:lpstr>
      <vt:lpstr>PowerPoint Presentation</vt:lpstr>
      <vt:lpstr>PowerPoint Presentation</vt:lpstr>
      <vt:lpstr>Following IP Address/Collecting More Data</vt:lpstr>
      <vt:lpstr>PowerPoint Presentation</vt:lpstr>
      <vt:lpstr>PowerPoint Presentation</vt:lpstr>
      <vt:lpstr>Following IP Address/Collecting More Data</vt:lpstr>
      <vt:lpstr>PowerPoint Presentation</vt:lpstr>
      <vt:lpstr>Following IP Address/Collecting More Data </vt:lpstr>
      <vt:lpstr>Following IP Address/Collecting More Data </vt:lpstr>
      <vt:lpstr>Primary tool: Wireshark Used for network traffic analysis and packet inspection Helped identify suspicious communications and source activity Allowed us to trace IP addresses involved in harassment</vt:lpstr>
      <vt:lpstr>What is Wireshark?  </vt:lpstr>
      <vt:lpstr>How We Used Wireshark in This Case  </vt:lpstr>
      <vt:lpstr>Analysis Process (Step-by-Step)  </vt:lpstr>
      <vt:lpstr>Additional Tools &amp; Techniques  </vt:lpstr>
      <vt:lpstr>Key Takeaways from Our Methodology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Sarah Benavides</dc:creator>
  <cp:lastModifiedBy>Sarah Benavides</cp:lastModifiedBy>
  <cp:revision>1</cp:revision>
  <dcterms:modified xsi:type="dcterms:W3CDTF">2026-05-29T18:02:31Z</dcterms:modified>
</cp:coreProperties>
</file>